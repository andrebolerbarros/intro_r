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89" r:id="rId2"/>
    <p:sldId id="878" r:id="rId3"/>
    <p:sldId id="879" r:id="rId4"/>
    <p:sldId id="880" r:id="rId5"/>
    <p:sldId id="885" r:id="rId6"/>
    <p:sldId id="886" r:id="rId7"/>
    <p:sldId id="881" r:id="rId8"/>
    <p:sldId id="882" r:id="rId9"/>
    <p:sldId id="883" r:id="rId10"/>
    <p:sldId id="884" r:id="rId1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CB159F-E254-4E56-A497-3660E959EAF4}" v="35" dt="2026-01-12T10:27:10.0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830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 Boler Cláudio da Silva Barros" userId="6a6e06a7-71d6-4753-8f49-a25f8eb0dc15" providerId="ADAL" clId="{6BE99AA9-1EEE-46D3-8261-83B0B634593B}"/>
    <pc:docChg chg="undo custSel addSld delSld modSld">
      <pc:chgData name="André Boler Cláudio da Silva Barros" userId="6a6e06a7-71d6-4753-8f49-a25f8eb0dc15" providerId="ADAL" clId="{6BE99AA9-1EEE-46D3-8261-83B0B634593B}" dt="2026-01-12T10:27:38.635" v="1706" actId="1076"/>
      <pc:docMkLst>
        <pc:docMk/>
      </pc:docMkLst>
      <pc:sldChg chg="modSp mod">
        <pc:chgData name="André Boler Cláudio da Silva Barros" userId="6a6e06a7-71d6-4753-8f49-a25f8eb0dc15" providerId="ADAL" clId="{6BE99AA9-1EEE-46D3-8261-83B0B634593B}" dt="2026-01-12T08:57:43.910" v="52" actId="20577"/>
        <pc:sldMkLst>
          <pc:docMk/>
          <pc:sldMk cId="3654898017" sldId="289"/>
        </pc:sldMkLst>
        <pc:spChg chg="mod">
          <ac:chgData name="André Boler Cláudio da Silva Barros" userId="6a6e06a7-71d6-4753-8f49-a25f8eb0dc15" providerId="ADAL" clId="{6BE99AA9-1EEE-46D3-8261-83B0B634593B}" dt="2026-01-12T08:57:32.293" v="39" actId="20577"/>
          <ac:spMkLst>
            <pc:docMk/>
            <pc:sldMk cId="3654898017" sldId="289"/>
            <ac:spMk id="6" creationId="{74B6265C-9D37-6749-8D14-3A3DDA07D105}"/>
          </ac:spMkLst>
        </pc:spChg>
        <pc:spChg chg="mod">
          <ac:chgData name="André Boler Cláudio da Silva Barros" userId="6a6e06a7-71d6-4753-8f49-a25f8eb0dc15" providerId="ADAL" clId="{6BE99AA9-1EEE-46D3-8261-83B0B634593B}" dt="2026-01-12T08:57:43.910" v="52" actId="20577"/>
          <ac:spMkLst>
            <pc:docMk/>
            <pc:sldMk cId="3654898017" sldId="289"/>
            <ac:spMk id="12" creationId="{A0CF078F-12A6-586A-03F3-8BC21ADAF487}"/>
          </ac:spMkLst>
        </pc:spChg>
      </pc:sldChg>
      <pc:sldChg chg="modSp mod">
        <pc:chgData name="André Boler Cláudio da Silva Barros" userId="6a6e06a7-71d6-4753-8f49-a25f8eb0dc15" providerId="ADAL" clId="{6BE99AA9-1EEE-46D3-8261-83B0B634593B}" dt="2026-01-12T09:21:50.094" v="547" actId="20577"/>
        <pc:sldMkLst>
          <pc:docMk/>
          <pc:sldMk cId="1621483354" sldId="878"/>
        </pc:sldMkLst>
        <pc:spChg chg="mod">
          <ac:chgData name="André Boler Cláudio da Silva Barros" userId="6a6e06a7-71d6-4753-8f49-a25f8eb0dc15" providerId="ADAL" clId="{6BE99AA9-1EEE-46D3-8261-83B0B634593B}" dt="2026-01-12T08:59:20.042" v="59" actId="20577"/>
          <ac:spMkLst>
            <pc:docMk/>
            <pc:sldMk cId="1621483354" sldId="878"/>
            <ac:spMk id="7" creationId="{223A9A5E-A248-CBD4-CA6A-D18D2EBE0F48}"/>
          </ac:spMkLst>
        </pc:spChg>
        <pc:spChg chg="mod">
          <ac:chgData name="André Boler Cláudio da Silva Barros" userId="6a6e06a7-71d6-4753-8f49-a25f8eb0dc15" providerId="ADAL" clId="{6BE99AA9-1EEE-46D3-8261-83B0B634593B}" dt="2026-01-12T09:21:50.094" v="547" actId="20577"/>
          <ac:spMkLst>
            <pc:docMk/>
            <pc:sldMk cId="1621483354" sldId="878"/>
            <ac:spMk id="12" creationId="{33C421F8-E024-ABD8-68AE-350EB46E1191}"/>
          </ac:spMkLst>
        </pc:spChg>
        <pc:spChg chg="mod">
          <ac:chgData name="André Boler Cláudio da Silva Barros" userId="6a6e06a7-71d6-4753-8f49-a25f8eb0dc15" providerId="ADAL" clId="{6BE99AA9-1EEE-46D3-8261-83B0B634593B}" dt="2026-01-12T09:10:51.713" v="523" actId="20577"/>
          <ac:spMkLst>
            <pc:docMk/>
            <pc:sldMk cId="1621483354" sldId="878"/>
            <ac:spMk id="13" creationId="{C5E997FF-C617-538A-17BD-CF3DD8E51005}"/>
          </ac:spMkLst>
        </pc:spChg>
      </pc:sldChg>
      <pc:sldChg chg="modSp add mod">
        <pc:chgData name="André Boler Cláudio da Silva Barros" userId="6a6e06a7-71d6-4753-8f49-a25f8eb0dc15" providerId="ADAL" clId="{6BE99AA9-1EEE-46D3-8261-83B0B634593B}" dt="2026-01-12T09:26:49.043" v="822" actId="20577"/>
        <pc:sldMkLst>
          <pc:docMk/>
          <pc:sldMk cId="4205887047" sldId="879"/>
        </pc:sldMkLst>
        <pc:spChg chg="mod">
          <ac:chgData name="André Boler Cláudio da Silva Barros" userId="6a6e06a7-71d6-4753-8f49-a25f8eb0dc15" providerId="ADAL" clId="{6BE99AA9-1EEE-46D3-8261-83B0B634593B}" dt="2026-01-12T09:26:49.043" v="822" actId="20577"/>
          <ac:spMkLst>
            <pc:docMk/>
            <pc:sldMk cId="4205887047" sldId="879"/>
            <ac:spMk id="7" creationId="{52406327-C970-4EB2-C748-24F489F895DA}"/>
          </ac:spMkLst>
        </pc:spChg>
        <pc:spChg chg="mod">
          <ac:chgData name="André Boler Cláudio da Silva Barros" userId="6a6e06a7-71d6-4753-8f49-a25f8eb0dc15" providerId="ADAL" clId="{6BE99AA9-1EEE-46D3-8261-83B0B634593B}" dt="2026-01-12T09:26:04.451" v="813" actId="20577"/>
          <ac:spMkLst>
            <pc:docMk/>
            <pc:sldMk cId="4205887047" sldId="879"/>
            <ac:spMk id="13" creationId="{85203C05-17B2-8B99-24E7-19AEC44AC043}"/>
          </ac:spMkLst>
        </pc:spChg>
      </pc:sldChg>
      <pc:sldChg chg="modSp del mod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65341093" sldId="880"/>
        </pc:sldMkLst>
        <pc:spChg chg="mod">
          <ac:chgData name="André Boler Cláudio da Silva Barros" userId="6a6e06a7-71d6-4753-8f49-a25f8eb0dc15" providerId="ADAL" clId="{6BE99AA9-1EEE-46D3-8261-83B0B634593B}" dt="2026-01-12T09:21:38.818" v="533" actId="20577"/>
          <ac:spMkLst>
            <pc:docMk/>
            <pc:sldMk cId="165341093" sldId="880"/>
            <ac:spMk id="7" creationId="{E5F066EB-65C3-E6BC-D52C-BD7C606EB4F8}"/>
          </ac:spMkLst>
        </pc:spChg>
      </pc:sldChg>
      <pc:sldChg chg="modSp add mod">
        <pc:chgData name="André Boler Cláudio da Silva Barros" userId="6a6e06a7-71d6-4753-8f49-a25f8eb0dc15" providerId="ADAL" clId="{6BE99AA9-1EEE-46D3-8261-83B0B634593B}" dt="2026-01-12T09:30:12.197" v="1024" actId="20577"/>
        <pc:sldMkLst>
          <pc:docMk/>
          <pc:sldMk cId="1132690283" sldId="880"/>
        </pc:sldMkLst>
        <pc:spChg chg="mod">
          <ac:chgData name="André Boler Cláudio da Silva Barros" userId="6a6e06a7-71d6-4753-8f49-a25f8eb0dc15" providerId="ADAL" clId="{6BE99AA9-1EEE-46D3-8261-83B0B634593B}" dt="2026-01-12T09:26:53.949" v="832" actId="20577"/>
          <ac:spMkLst>
            <pc:docMk/>
            <pc:sldMk cId="1132690283" sldId="880"/>
            <ac:spMk id="7" creationId="{F2B0B4D0-6893-787F-FD7F-D22BED245D59}"/>
          </ac:spMkLst>
        </pc:spChg>
        <pc:spChg chg="mod">
          <ac:chgData name="André Boler Cláudio da Silva Barros" userId="6a6e06a7-71d6-4753-8f49-a25f8eb0dc15" providerId="ADAL" clId="{6BE99AA9-1EEE-46D3-8261-83B0B634593B}" dt="2026-01-12T09:30:12.197" v="1024" actId="20577"/>
          <ac:spMkLst>
            <pc:docMk/>
            <pc:sldMk cId="1132690283" sldId="880"/>
            <ac:spMk id="13" creationId="{CF2EBF15-9CE1-3729-7C6C-029CF385BAE0}"/>
          </ac:spMkLst>
        </pc:spChg>
      </pc:sldChg>
      <pc:sldChg chg="addSp delSp modSp add mod">
        <pc:chgData name="André Boler Cláudio da Silva Barros" userId="6a6e06a7-71d6-4753-8f49-a25f8eb0dc15" providerId="ADAL" clId="{6BE99AA9-1EEE-46D3-8261-83B0B634593B}" dt="2026-01-12T09:47:52.759" v="1165" actId="14100"/>
        <pc:sldMkLst>
          <pc:docMk/>
          <pc:sldMk cId="2310122796" sldId="881"/>
        </pc:sldMkLst>
        <pc:spChg chg="add mod">
          <ac:chgData name="André Boler Cláudio da Silva Barros" userId="6a6e06a7-71d6-4753-8f49-a25f8eb0dc15" providerId="ADAL" clId="{6BE99AA9-1EEE-46D3-8261-83B0B634593B}" dt="2026-01-12T09:47:05.511" v="1159" actId="1036"/>
          <ac:spMkLst>
            <pc:docMk/>
            <pc:sldMk cId="2310122796" sldId="881"/>
            <ac:spMk id="4" creationId="{72EE2559-4C3B-C03B-E93B-0B09C7C1877A}"/>
          </ac:spMkLst>
        </pc:spChg>
        <pc:spChg chg="mod">
          <ac:chgData name="André Boler Cláudio da Silva Barros" userId="6a6e06a7-71d6-4753-8f49-a25f8eb0dc15" providerId="ADAL" clId="{6BE99AA9-1EEE-46D3-8261-83B0B634593B}" dt="2026-01-12T09:33:45.003" v="1040" actId="20577"/>
          <ac:spMkLst>
            <pc:docMk/>
            <pc:sldMk cId="2310122796" sldId="881"/>
            <ac:spMk id="7" creationId="{17481CE0-F07B-F803-7223-D798EA199F0B}"/>
          </ac:spMkLst>
        </pc:spChg>
        <pc:spChg chg="mod">
          <ac:chgData name="André Boler Cláudio da Silva Barros" userId="6a6e06a7-71d6-4753-8f49-a25f8eb0dc15" providerId="ADAL" clId="{6BE99AA9-1EEE-46D3-8261-83B0B634593B}" dt="2026-01-12T09:45:16.238" v="1050" actId="404"/>
          <ac:spMkLst>
            <pc:docMk/>
            <pc:sldMk cId="2310122796" sldId="881"/>
            <ac:spMk id="13" creationId="{B6AC6DE2-2E99-4842-94A4-942D9ADDA612}"/>
          </ac:spMkLst>
        </pc:spChg>
        <pc:picChg chg="add del mod">
          <ac:chgData name="André Boler Cláudio da Silva Barros" userId="6a6e06a7-71d6-4753-8f49-a25f8eb0dc15" providerId="ADAL" clId="{6BE99AA9-1EEE-46D3-8261-83B0B634593B}" dt="2026-01-12T09:46:59.859" v="1142" actId="478"/>
          <ac:picMkLst>
            <pc:docMk/>
            <pc:sldMk cId="2310122796" sldId="881"/>
            <ac:picMk id="3" creationId="{B5AB33DA-8F40-B31C-AB33-04467F9324A7}"/>
          </ac:picMkLst>
        </pc:picChg>
        <pc:picChg chg="add mod modCrop">
          <ac:chgData name="André Boler Cláudio da Silva Barros" userId="6a6e06a7-71d6-4753-8f49-a25f8eb0dc15" providerId="ADAL" clId="{6BE99AA9-1EEE-46D3-8261-83B0B634593B}" dt="2026-01-12T09:47:52.759" v="1165" actId="14100"/>
          <ac:picMkLst>
            <pc:docMk/>
            <pc:sldMk cId="2310122796" sldId="881"/>
            <ac:picMk id="6" creationId="{CC3CF65D-AC81-F858-12BC-C3E3CEC52B85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11924374" sldId="882"/>
        </pc:sldMkLst>
      </pc:sldChg>
      <pc:sldChg chg="addSp delSp modSp add mod">
        <pc:chgData name="André Boler Cláudio da Silva Barros" userId="6a6e06a7-71d6-4753-8f49-a25f8eb0dc15" providerId="ADAL" clId="{6BE99AA9-1EEE-46D3-8261-83B0B634593B}" dt="2026-01-12T09:52:17.450" v="1225" actId="1076"/>
        <pc:sldMkLst>
          <pc:docMk/>
          <pc:sldMk cId="2037528930" sldId="882"/>
        </pc:sldMkLst>
        <pc:spChg chg="add mod">
          <ac:chgData name="André Boler Cláudio da Silva Barros" userId="6a6e06a7-71d6-4753-8f49-a25f8eb0dc15" providerId="ADAL" clId="{6BE99AA9-1EEE-46D3-8261-83B0B634593B}" dt="2026-01-12T09:48:22.609" v="1169" actId="208"/>
          <ac:spMkLst>
            <pc:docMk/>
            <pc:sldMk cId="2037528930" sldId="882"/>
            <ac:spMk id="2" creationId="{981156AD-61CB-63FB-C097-B8EECF5FB2DD}"/>
          </ac:spMkLst>
        </pc:spChg>
        <pc:picChg chg="add mod">
          <ac:chgData name="André Boler Cláudio da Silva Barros" userId="6a6e06a7-71d6-4753-8f49-a25f8eb0dc15" providerId="ADAL" clId="{6BE99AA9-1EEE-46D3-8261-83B0B634593B}" dt="2026-01-12T09:50:51.101" v="1173" actId="14100"/>
          <ac:picMkLst>
            <pc:docMk/>
            <pc:sldMk cId="2037528930" sldId="882"/>
            <ac:picMk id="5" creationId="{08761869-FFC3-45EB-4A12-AA62DC426D51}"/>
          </ac:picMkLst>
        </pc:picChg>
        <pc:picChg chg="mod">
          <ac:chgData name="André Boler Cláudio da Silva Barros" userId="6a6e06a7-71d6-4753-8f49-a25f8eb0dc15" providerId="ADAL" clId="{6BE99AA9-1EEE-46D3-8261-83B0B634593B}" dt="2026-01-12T09:52:17.450" v="1225" actId="1076"/>
          <ac:picMkLst>
            <pc:docMk/>
            <pc:sldMk cId="2037528930" sldId="882"/>
            <ac:picMk id="6" creationId="{1C645F75-16CA-01EA-6399-BE29CB47CB0C}"/>
          </ac:picMkLst>
        </pc:picChg>
        <pc:picChg chg="add del">
          <ac:chgData name="André Boler Cláudio da Silva Barros" userId="6a6e06a7-71d6-4753-8f49-a25f8eb0dc15" providerId="ADAL" clId="{6BE99AA9-1EEE-46D3-8261-83B0B634593B}" dt="2026-01-12T09:51:06.330" v="1175" actId="478"/>
          <ac:picMkLst>
            <pc:docMk/>
            <pc:sldMk cId="2037528930" sldId="882"/>
            <ac:picMk id="15" creationId="{57AF7549-8E33-3347-96B5-D2661F1B0AAE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957797501" sldId="883"/>
        </pc:sldMkLst>
      </pc:sldChg>
      <pc:sldChg chg="addSp delSp modSp add mod">
        <pc:chgData name="André Boler Cláudio da Silva Barros" userId="6a6e06a7-71d6-4753-8f49-a25f8eb0dc15" providerId="ADAL" clId="{6BE99AA9-1EEE-46D3-8261-83B0B634593B}" dt="2026-01-12T09:53:13.511" v="1235" actId="1076"/>
        <pc:sldMkLst>
          <pc:docMk/>
          <pc:sldMk cId="3898382547" sldId="883"/>
        </pc:sldMkLst>
        <pc:spChg chg="del">
          <ac:chgData name="André Boler Cláudio da Silva Barros" userId="6a6e06a7-71d6-4753-8f49-a25f8eb0dc15" providerId="ADAL" clId="{6BE99AA9-1EEE-46D3-8261-83B0B634593B}" dt="2026-01-12T09:51:48.449" v="1218" actId="478"/>
          <ac:spMkLst>
            <pc:docMk/>
            <pc:sldMk cId="3898382547" sldId="883"/>
            <ac:spMk id="2" creationId="{EF930B1D-CC3B-8C12-95FE-2C6B92B469B8}"/>
          </ac:spMkLst>
        </pc:spChg>
        <pc:spChg chg="mod">
          <ac:chgData name="André Boler Cláudio da Silva Barros" userId="6a6e06a7-71d6-4753-8f49-a25f8eb0dc15" providerId="ADAL" clId="{6BE99AA9-1EEE-46D3-8261-83B0B634593B}" dt="2026-01-12T09:51:46.247" v="1217" actId="20577"/>
          <ac:spMkLst>
            <pc:docMk/>
            <pc:sldMk cId="3898382547" sldId="883"/>
            <ac:spMk id="4" creationId="{8BB9A50C-743C-271F-70D7-E34DC3AF900E}"/>
          </ac:spMkLst>
        </pc:spChg>
        <pc:spChg chg="add mod">
          <ac:chgData name="André Boler Cláudio da Silva Barros" userId="6a6e06a7-71d6-4753-8f49-a25f8eb0dc15" providerId="ADAL" clId="{6BE99AA9-1EEE-46D3-8261-83B0B634593B}" dt="2026-01-12T09:52:33.331" v="1232" actId="14100"/>
          <ac:spMkLst>
            <pc:docMk/>
            <pc:sldMk cId="3898382547" sldId="883"/>
            <ac:spMk id="15" creationId="{65A782FF-BA00-27A1-F4B9-EE6D98ABE094}"/>
          </ac:spMkLst>
        </pc:spChg>
        <pc:picChg chg="del">
          <ac:chgData name="André Boler Cláudio da Silva Barros" userId="6a6e06a7-71d6-4753-8f49-a25f8eb0dc15" providerId="ADAL" clId="{6BE99AA9-1EEE-46D3-8261-83B0B634593B}" dt="2026-01-12T09:51:12.030" v="1178" actId="478"/>
          <ac:picMkLst>
            <pc:docMk/>
            <pc:sldMk cId="3898382547" sldId="883"/>
            <ac:picMk id="5" creationId="{605473B1-641E-781B-9F82-92871F8269B1}"/>
          </ac:picMkLst>
        </pc:picChg>
        <pc:picChg chg="del">
          <ac:chgData name="André Boler Cláudio da Silva Barros" userId="6a6e06a7-71d6-4753-8f49-a25f8eb0dc15" providerId="ADAL" clId="{6BE99AA9-1EEE-46D3-8261-83B0B634593B}" dt="2026-01-12T09:51:11.009" v="1177" actId="478"/>
          <ac:picMkLst>
            <pc:docMk/>
            <pc:sldMk cId="3898382547" sldId="883"/>
            <ac:picMk id="6" creationId="{29E23511-E3F5-2FA7-C87E-D9CB908A256B}"/>
          </ac:picMkLst>
        </pc:picChg>
        <pc:picChg chg="add mod modCrop">
          <ac:chgData name="André Boler Cláudio da Silva Barros" userId="6a6e06a7-71d6-4753-8f49-a25f8eb0dc15" providerId="ADAL" clId="{6BE99AA9-1EEE-46D3-8261-83B0B634593B}" dt="2026-01-12T09:52:27.030" v="1229" actId="1076"/>
          <ac:picMkLst>
            <pc:docMk/>
            <pc:sldMk cId="3898382547" sldId="883"/>
            <ac:picMk id="8" creationId="{34DA4F9B-1EEA-3393-8A13-1F56013FC050}"/>
          </ac:picMkLst>
        </pc:picChg>
        <pc:picChg chg="add mod">
          <ac:chgData name="André Boler Cláudio da Silva Barros" userId="6a6e06a7-71d6-4753-8f49-a25f8eb0dc15" providerId="ADAL" clId="{6BE99AA9-1EEE-46D3-8261-83B0B634593B}" dt="2026-01-12T09:53:13.511" v="1235" actId="1076"/>
          <ac:picMkLst>
            <pc:docMk/>
            <pc:sldMk cId="3898382547" sldId="883"/>
            <ac:picMk id="17" creationId="{5A189844-8582-DCE9-6B9F-3C4EBB496620}"/>
          </ac:picMkLst>
        </pc:picChg>
      </pc:sldChg>
      <pc:sldChg chg="addSp delSp modSp add mod">
        <pc:chgData name="André Boler Cláudio da Silva Barros" userId="6a6e06a7-71d6-4753-8f49-a25f8eb0dc15" providerId="ADAL" clId="{6BE99AA9-1EEE-46D3-8261-83B0B634593B}" dt="2026-01-12T09:54:40.856" v="1293" actId="1036"/>
        <pc:sldMkLst>
          <pc:docMk/>
          <pc:sldMk cId="3811760795" sldId="884"/>
        </pc:sldMkLst>
        <pc:spChg chg="mod">
          <ac:chgData name="André Boler Cláudio da Silva Barros" userId="6a6e06a7-71d6-4753-8f49-a25f8eb0dc15" providerId="ADAL" clId="{6BE99AA9-1EEE-46D3-8261-83B0B634593B}" dt="2026-01-12T09:53:32.592" v="1272" actId="20577"/>
          <ac:spMkLst>
            <pc:docMk/>
            <pc:sldMk cId="3811760795" sldId="884"/>
            <ac:spMk id="4" creationId="{B1EEA1FE-0E17-6AD1-2AFA-014911C1B9A6}"/>
          </ac:spMkLst>
        </pc:spChg>
        <pc:spChg chg="add mod">
          <ac:chgData name="André Boler Cláudio da Silva Barros" userId="6a6e06a7-71d6-4753-8f49-a25f8eb0dc15" providerId="ADAL" clId="{6BE99AA9-1EEE-46D3-8261-83B0B634593B}" dt="2026-01-12T09:54:40.856" v="1293" actId="1036"/>
          <ac:spMkLst>
            <pc:docMk/>
            <pc:sldMk cId="3811760795" sldId="884"/>
            <ac:spMk id="5" creationId="{3AF94B33-A8EB-1EDE-6D11-70FD40963897}"/>
          </ac:spMkLst>
        </pc:spChg>
        <pc:spChg chg="mod">
          <ac:chgData name="André Boler Cláudio da Silva Barros" userId="6a6e06a7-71d6-4753-8f49-a25f8eb0dc15" providerId="ADAL" clId="{6BE99AA9-1EEE-46D3-8261-83B0B634593B}" dt="2026-01-12T09:53:56.543" v="1280" actId="1076"/>
          <ac:spMkLst>
            <pc:docMk/>
            <pc:sldMk cId="3811760795" sldId="884"/>
            <ac:spMk id="15" creationId="{6478EFC7-F045-7079-8000-5B1307E810E4}"/>
          </ac:spMkLst>
        </pc:spChg>
        <pc:picChg chg="add mod modCrop">
          <ac:chgData name="André Boler Cláudio da Silva Barros" userId="6a6e06a7-71d6-4753-8f49-a25f8eb0dc15" providerId="ADAL" clId="{6BE99AA9-1EEE-46D3-8261-83B0B634593B}" dt="2026-01-12T09:54:26.680" v="1285" actId="14100"/>
          <ac:picMkLst>
            <pc:docMk/>
            <pc:sldMk cId="3811760795" sldId="884"/>
            <ac:picMk id="3" creationId="{EAC31A07-C2E3-BA9B-D4A0-5DFF260C4AC0}"/>
          </ac:picMkLst>
        </pc:picChg>
        <pc:picChg chg="del">
          <ac:chgData name="André Boler Cláudio da Silva Barros" userId="6a6e06a7-71d6-4753-8f49-a25f8eb0dc15" providerId="ADAL" clId="{6BE99AA9-1EEE-46D3-8261-83B0B634593B}" dt="2026-01-12T09:53:35.336" v="1273" actId="478"/>
          <ac:picMkLst>
            <pc:docMk/>
            <pc:sldMk cId="3811760795" sldId="884"/>
            <ac:picMk id="8" creationId="{AF223430-0886-3A3D-1AEE-367C23E1346C}"/>
          </ac:picMkLst>
        </pc:picChg>
        <pc:picChg chg="mod ord modCrop">
          <ac:chgData name="André Boler Cláudio da Silva Barros" userId="6a6e06a7-71d6-4753-8f49-a25f8eb0dc15" providerId="ADAL" clId="{6BE99AA9-1EEE-46D3-8261-83B0B634593B}" dt="2026-01-12T09:53:51.576" v="1279" actId="1076"/>
          <ac:picMkLst>
            <pc:docMk/>
            <pc:sldMk cId="3811760795" sldId="884"/>
            <ac:picMk id="17" creationId="{FED5154D-8E9B-10D4-6458-6DA83132A5EB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136843753" sldId="88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9988374" sldId="885"/>
        </pc:sldMkLst>
      </pc:sldChg>
      <pc:sldChg chg="addSp modSp add mod">
        <pc:chgData name="André Boler Cláudio da Silva Barros" userId="6a6e06a7-71d6-4753-8f49-a25f8eb0dc15" providerId="ADAL" clId="{6BE99AA9-1EEE-46D3-8261-83B0B634593B}" dt="2026-01-12T10:21:27.063" v="1622" actId="1076"/>
        <pc:sldMkLst>
          <pc:docMk/>
          <pc:sldMk cId="357586254" sldId="885"/>
        </pc:sldMkLst>
        <pc:spChg chg="add">
          <ac:chgData name="André Boler Cláudio da Silva Barros" userId="6a6e06a7-71d6-4753-8f49-a25f8eb0dc15" providerId="ADAL" clId="{6BE99AA9-1EEE-46D3-8261-83B0B634593B}" dt="2026-01-12T10:16:59.825" v="1591"/>
          <ac:spMkLst>
            <pc:docMk/>
            <pc:sldMk cId="357586254" sldId="885"/>
            <ac:spMk id="2" creationId="{17629356-FE8C-3616-76B8-21B8513F2BDC}"/>
          </ac:spMkLst>
        </pc:spChg>
        <pc:spChg chg="mod">
          <ac:chgData name="André Boler Cláudio da Silva Barros" userId="6a6e06a7-71d6-4753-8f49-a25f8eb0dc15" providerId="ADAL" clId="{6BE99AA9-1EEE-46D3-8261-83B0B634593B}" dt="2026-01-12T10:11:07.295" v="1299" actId="20577"/>
          <ac:spMkLst>
            <pc:docMk/>
            <pc:sldMk cId="357586254" sldId="885"/>
            <ac:spMk id="7" creationId="{2CBD5C0E-B191-89ED-BF68-0C52AA475FB8}"/>
          </ac:spMkLst>
        </pc:spChg>
        <pc:spChg chg="mod">
          <ac:chgData name="André Boler Cláudio da Silva Barros" userId="6a6e06a7-71d6-4753-8f49-a25f8eb0dc15" providerId="ADAL" clId="{6BE99AA9-1EEE-46D3-8261-83B0B634593B}" dt="2026-01-12T10:16:46.236" v="1590" actId="20577"/>
          <ac:spMkLst>
            <pc:docMk/>
            <pc:sldMk cId="357586254" sldId="885"/>
            <ac:spMk id="13" creationId="{15F6DF6B-565A-2C86-7804-F86B08013386}"/>
          </ac:spMkLst>
        </pc:spChg>
        <pc:grpChg chg="add mod">
          <ac:chgData name="André Boler Cláudio da Silva Barros" userId="6a6e06a7-71d6-4753-8f49-a25f8eb0dc15" providerId="ADAL" clId="{6BE99AA9-1EEE-46D3-8261-83B0B634593B}" dt="2026-01-12T10:19:10.530" v="1619" actId="12789"/>
          <ac:grpSpMkLst>
            <pc:docMk/>
            <pc:sldMk cId="357586254" sldId="885"/>
            <ac:grpSpMk id="6" creationId="{E6E2C7C7-18F0-DC25-8049-76CD99F76829}"/>
          </ac:grpSpMkLst>
        </pc:grpChg>
        <pc:picChg chg="add mod modCrop">
          <ac:chgData name="André Boler Cláudio da Silva Barros" userId="6a6e06a7-71d6-4753-8f49-a25f8eb0dc15" providerId="ADAL" clId="{6BE99AA9-1EEE-46D3-8261-83B0B634593B}" dt="2026-01-12T10:18:45.953" v="1618" actId="164"/>
          <ac:picMkLst>
            <pc:docMk/>
            <pc:sldMk cId="357586254" sldId="885"/>
            <ac:picMk id="3" creationId="{452ABECC-5D4F-82E9-9130-B858FC0DF1E3}"/>
          </ac:picMkLst>
        </pc:picChg>
        <pc:picChg chg="add mod">
          <ac:chgData name="André Boler Cláudio da Silva Barros" userId="6a6e06a7-71d6-4753-8f49-a25f8eb0dc15" providerId="ADAL" clId="{6BE99AA9-1EEE-46D3-8261-83B0B634593B}" dt="2026-01-12T10:19:10.530" v="1619" actId="12789"/>
          <ac:picMkLst>
            <pc:docMk/>
            <pc:sldMk cId="357586254" sldId="885"/>
            <ac:picMk id="4" creationId="{4329CB09-8782-CB6B-ADFE-01EE10DC66A3}"/>
          </ac:picMkLst>
        </pc:picChg>
        <pc:picChg chg="add mod">
          <ac:chgData name="André Boler Cláudio da Silva Barros" userId="6a6e06a7-71d6-4753-8f49-a25f8eb0dc15" providerId="ADAL" clId="{6BE99AA9-1EEE-46D3-8261-83B0B634593B}" dt="2026-01-12T10:18:45.953" v="1618" actId="164"/>
          <ac:picMkLst>
            <pc:docMk/>
            <pc:sldMk cId="357586254" sldId="885"/>
            <ac:picMk id="5" creationId="{86F33D38-5AAF-F757-6592-34C22401BA5F}"/>
          </ac:picMkLst>
        </pc:picChg>
        <pc:picChg chg="add mod">
          <ac:chgData name="André Boler Cláudio da Silva Barros" userId="6a6e06a7-71d6-4753-8f49-a25f8eb0dc15" providerId="ADAL" clId="{6BE99AA9-1EEE-46D3-8261-83B0B634593B}" dt="2026-01-12T10:21:27.063" v="1622" actId="1076"/>
          <ac:picMkLst>
            <pc:docMk/>
            <pc:sldMk cId="357586254" sldId="885"/>
            <ac:picMk id="15" creationId="{0BE2B919-856B-93CE-3517-1D233E1A8E88}"/>
          </ac:picMkLst>
        </pc:picChg>
        <pc:picChg chg="add mod">
          <ac:chgData name="André Boler Cláudio da Silva Barros" userId="6a6e06a7-71d6-4753-8f49-a25f8eb0dc15" providerId="ADAL" clId="{6BE99AA9-1EEE-46D3-8261-83B0B634593B}" dt="2026-01-12T10:13:24.396" v="1320" actId="1076"/>
          <ac:picMkLst>
            <pc:docMk/>
            <pc:sldMk cId="357586254" sldId="885"/>
            <ac:picMk id="1026" creationId="{BFE5A4A4-73A9-8389-674C-30A99DC66538}"/>
          </ac:picMkLst>
        </pc:picChg>
      </pc:sldChg>
      <pc:sldChg chg="addSp delSp modSp add mod">
        <pc:chgData name="André Boler Cláudio da Silva Barros" userId="6a6e06a7-71d6-4753-8f49-a25f8eb0dc15" providerId="ADAL" clId="{6BE99AA9-1EEE-46D3-8261-83B0B634593B}" dt="2026-01-12T10:27:38.635" v="1706" actId="1076"/>
        <pc:sldMkLst>
          <pc:docMk/>
          <pc:sldMk cId="3106891909" sldId="886"/>
        </pc:sldMkLst>
        <pc:spChg chg="mod">
          <ac:chgData name="André Boler Cláudio da Silva Barros" userId="6a6e06a7-71d6-4753-8f49-a25f8eb0dc15" providerId="ADAL" clId="{6BE99AA9-1EEE-46D3-8261-83B0B634593B}" dt="2026-01-12T10:22:44.951" v="1658" actId="20577"/>
          <ac:spMkLst>
            <pc:docMk/>
            <pc:sldMk cId="3106891909" sldId="886"/>
            <ac:spMk id="13" creationId="{4F9E6795-287B-DDC2-A981-ABFC373EB0F3}"/>
          </ac:spMkLst>
        </pc:spChg>
        <pc:grpChg chg="del">
          <ac:chgData name="André Boler Cláudio da Silva Barros" userId="6a6e06a7-71d6-4753-8f49-a25f8eb0dc15" providerId="ADAL" clId="{6BE99AA9-1EEE-46D3-8261-83B0B634593B}" dt="2026-01-12T10:22:49.369" v="1659" actId="478"/>
          <ac:grpSpMkLst>
            <pc:docMk/>
            <pc:sldMk cId="3106891909" sldId="886"/>
            <ac:grpSpMk id="6" creationId="{28F812D4-7C16-96EC-FD99-501E0AAB5207}"/>
          </ac:grpSpMkLst>
        </pc:grpChg>
        <pc:picChg chg="add mod modCrop">
          <ac:chgData name="André Boler Cláudio da Silva Barros" userId="6a6e06a7-71d6-4753-8f49-a25f8eb0dc15" providerId="ADAL" clId="{6BE99AA9-1EEE-46D3-8261-83B0B634593B}" dt="2026-01-12T10:23:37.024" v="1671" actId="12789"/>
          <ac:picMkLst>
            <pc:docMk/>
            <pc:sldMk cId="3106891909" sldId="886"/>
            <ac:picMk id="2" creationId="{A2B04370-7D20-A2CE-E36B-222DEFB0D46B}"/>
          </ac:picMkLst>
        </pc:picChg>
        <pc:picChg chg="mod">
          <ac:chgData name="André Boler Cláudio da Silva Barros" userId="6a6e06a7-71d6-4753-8f49-a25f8eb0dc15" providerId="ADAL" clId="{6BE99AA9-1EEE-46D3-8261-83B0B634593B}" dt="2026-01-12T10:23:37.024" v="1671" actId="12789"/>
          <ac:picMkLst>
            <pc:docMk/>
            <pc:sldMk cId="3106891909" sldId="886"/>
            <ac:picMk id="4" creationId="{A33E4144-6711-847F-CE67-B350E3324AE1}"/>
          </ac:picMkLst>
        </pc:picChg>
        <pc:picChg chg="add del mod">
          <ac:chgData name="André Boler Cláudio da Silva Barros" userId="6a6e06a7-71d6-4753-8f49-a25f8eb0dc15" providerId="ADAL" clId="{6BE99AA9-1EEE-46D3-8261-83B0B634593B}" dt="2026-01-12T10:27:18.263" v="1700" actId="478"/>
          <ac:picMkLst>
            <pc:docMk/>
            <pc:sldMk cId="3106891909" sldId="886"/>
            <ac:picMk id="5" creationId="{34E38961-8AA8-7713-61F2-FE4E35521BDE}"/>
          </ac:picMkLst>
        </pc:picChg>
        <pc:picChg chg="add mod modCrop">
          <ac:chgData name="André Boler Cláudio da Silva Barros" userId="6a6e06a7-71d6-4753-8f49-a25f8eb0dc15" providerId="ADAL" clId="{6BE99AA9-1EEE-46D3-8261-83B0B634593B}" dt="2026-01-12T10:27:31.720" v="1704" actId="1076"/>
          <ac:picMkLst>
            <pc:docMk/>
            <pc:sldMk cId="3106891909" sldId="886"/>
            <ac:picMk id="8" creationId="{545D93D0-8A53-7C7F-E36E-153B15A94416}"/>
          </ac:picMkLst>
        </pc:picChg>
        <pc:picChg chg="add mod">
          <ac:chgData name="André Boler Cláudio da Silva Barros" userId="6a6e06a7-71d6-4753-8f49-a25f8eb0dc15" providerId="ADAL" clId="{6BE99AA9-1EEE-46D3-8261-83B0B634593B}" dt="2026-01-12T10:27:38.635" v="1706" actId="1076"/>
          <ac:picMkLst>
            <pc:docMk/>
            <pc:sldMk cId="3106891909" sldId="886"/>
            <ac:picMk id="15" creationId="{1479AE7D-C0A7-654E-FDE7-C9B85AFA4F53}"/>
          </ac:picMkLst>
        </pc:picChg>
        <pc:picChg chg="del">
          <ac:chgData name="André Boler Cláudio da Silva Barros" userId="6a6e06a7-71d6-4753-8f49-a25f8eb0dc15" providerId="ADAL" clId="{6BE99AA9-1EEE-46D3-8261-83B0B634593B}" dt="2026-01-12T10:23:38.812" v="1672" actId="478"/>
          <ac:picMkLst>
            <pc:docMk/>
            <pc:sldMk cId="3106891909" sldId="886"/>
            <ac:picMk id="15" creationId="{CA243845-3531-DF1F-B67C-F0011B7C35AE}"/>
          </ac:picMkLst>
        </pc:picChg>
        <pc:picChg chg="add del mod modCrop">
          <ac:chgData name="André Boler Cláudio da Silva Barros" userId="6a6e06a7-71d6-4753-8f49-a25f8eb0dc15" providerId="ADAL" clId="{6BE99AA9-1EEE-46D3-8261-83B0B634593B}" dt="2026-01-12T10:25:23.044" v="1682" actId="478"/>
          <ac:picMkLst>
            <pc:docMk/>
            <pc:sldMk cId="3106891909" sldId="886"/>
            <ac:picMk id="16" creationId="{6EA059E3-4B2B-30DA-08E1-2E06697D81A7}"/>
          </ac:picMkLst>
        </pc:picChg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925889482" sldId="88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925912421" sldId="88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85807129" sldId="89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460341314" sldId="89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191822555" sldId="89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592860313" sldId="89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594945172" sldId="89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70728188" sldId="89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157932166" sldId="89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986863399" sldId="90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030702759" sldId="90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602436216" sldId="90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760627394" sldId="90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45620786" sldId="907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552494889" sldId="90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92324643" sldId="90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50410548" sldId="91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68833646" sldId="91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204175726" sldId="91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602747138" sldId="91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519490487" sldId="91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996233730" sldId="917"/>
        </pc:sldMkLst>
      </pc:sldChg>
      <pc:sldChg chg="del">
        <pc:chgData name="André Boler Cláudio da Silva Barros" userId="6a6e06a7-71d6-4753-8f49-a25f8eb0dc15" providerId="ADAL" clId="{6BE99AA9-1EEE-46D3-8261-83B0B634593B}" dt="2026-01-12T09:21:58.693" v="549" actId="47"/>
        <pc:sldMkLst>
          <pc:docMk/>
          <pc:sldMk cId="763392026" sldId="91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905837217" sldId="91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277929300" sldId="92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268003742" sldId="92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523485619" sldId="92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187145818" sldId="92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098064262" sldId="92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063804475" sldId="92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984126416" sldId="927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410651342" sldId="92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34658931" sldId="92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939633860" sldId="930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459580188" sldId="931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4243557356" sldId="932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85140110" sldId="933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548043734" sldId="934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411840888" sldId="935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1619628132" sldId="936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860413392" sldId="938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3175656763" sldId="939"/>
        </pc:sldMkLst>
      </pc:sldChg>
      <pc:sldChg chg="del">
        <pc:chgData name="André Boler Cláudio da Silva Barros" userId="6a6e06a7-71d6-4753-8f49-a25f8eb0dc15" providerId="ADAL" clId="{6BE99AA9-1EEE-46D3-8261-83B0B634593B}" dt="2026-01-12T09:21:56.604" v="548" actId="47"/>
        <pc:sldMkLst>
          <pc:docMk/>
          <pc:sldMk cId="2425442767" sldId="9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3275E4-13B7-4305-9C9C-82922AF320C1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E45A36-22E4-4494-B2A4-23B184654340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7520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670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F6384-C2E1-A877-81DC-2E56D13C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4C7964-EFB9-740D-8671-D4D35438A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ADA623-6F25-62EC-4036-4FA5D13199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E79B8-E5D7-A40F-16F4-3C1DB69C5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7110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079B-5C0B-9E95-8A13-72585DAF1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55C4E-52F8-AEBC-216D-56487049E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B98291-A378-5F9B-4C33-4A224F7F9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396EE-7B71-E6A1-FF49-71BAC252D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04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59C9E-2A0F-F7CF-A121-560C903F1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C33383-9F1A-248E-B378-0B39DAD78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46E88-CE7B-F4CB-62BF-F9DFF9778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56E23-7777-9FFD-0C26-72221F3B39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3757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86204-AE93-247B-5B68-5469B6E3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623AC-9B1F-1DA5-C749-982B60F55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BFFDA8-2147-782A-556A-F9403F3AE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FCAD4D-635A-2B69-B20F-61317C3C2D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068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79B5F-41C4-01AD-445E-83F518795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3F1FA-AE4F-FDC7-F7B3-F9D990B04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CA96C0-15C3-F055-3B4F-C2DA48648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EA7DA-62EF-DCCB-0344-8EA8C0731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46318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CE07-AA92-7A03-F66B-C0DF4D51E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1F577-D79B-A26B-35E2-7D4EC6DF43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4E9AF-FE7F-0751-B61F-658A2D3AB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1AC7DB-A2CF-E8E4-248C-87FA1D00B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91629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6E4FB-C198-8341-1230-A51657580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F8715-2340-3A0C-B069-A61FA8E3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73336-7AFC-804D-8987-CBBF1040CA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2F391-20D4-17B3-BDBB-CC6F44E09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96554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9BB4E-E696-CC78-8B7D-B6310943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19366-7802-9080-6FE6-96977E3F33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158DAC-2A07-5955-7DDC-6D5538F3F5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8E98A8-9216-E7A7-372B-133D439FB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7326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6918A-7F94-DE9B-058E-EDEC7744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5B448D-442E-8019-334A-E57F86BDF4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889B37-069F-C478-C68E-AFEF73F4B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616D3-FE16-4766-4520-96A1D5757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CD7C7-91BF-4B50-A187-D8898A81460C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28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F9941-F7CA-C42C-C42B-A1B52B11D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C7C1BE-C3B1-3D4D-C9E0-A5AE8EFCC5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543FCC-2E74-C904-C728-1E4621ED8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856EA-D76E-50E5-9284-8F70BE08E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7AA572-08E5-E772-00A3-A2DF4D03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687896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D69A7-C0F4-D020-8ABD-56E2CCF8C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01F30-9B19-C6FF-C04E-C06AB3ACA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F52AF-72DE-4249-1BB6-6592CE035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BFA662-6BC0-27FF-51B3-AF89AC3FC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22FEB-DF28-14FD-1126-BD72997A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04356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2CC8E-3A72-A694-3699-A0C8590BC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B49C3-939F-B027-ADF3-C31BFE1C91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50066-F650-AC7C-2312-9B38972A0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3B226-A584-09F3-56F8-CEBC30BCD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EEE8D2-4855-8854-D232-FFBF5E7AD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30122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96D4-3770-9D0B-67C4-76ADCE76A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738E4-6F04-07EE-3F8A-AA841E6B25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597ADE-143C-5967-CC2D-3FE857CAB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276D4A-783E-659A-2654-BB8A31021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0136BA-48B8-54CA-EF15-30DF39428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5D918-F9BD-2B96-BBE3-2197D3BA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60368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0FEFB-5C6E-D7E2-D9C2-53E6C97B2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26962-0F98-0B12-2BD6-5A7800D08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29749B-2E78-3285-4E0F-597240CE2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C68586-6DFF-E4C5-5A76-DB8F981FF6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29404F-9BFE-B819-BF9A-EB42406B9E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B0EB54-6CCB-EE09-4E30-17537B45A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FD5F4B-8AB4-4032-1D5A-705BDC2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EC34F2-1EA2-2EAD-BB06-9E259934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51150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9D0A1-C127-8008-5899-B69610ED1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04D747-34FA-0289-5F95-DC510575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4D9434-DFB6-4328-3377-2D5E41E7A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367542-9620-5DD1-6129-521738E6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28885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73FEA0-9540-7842-B86D-A27FCCFB2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4E3CAE-2934-4D60-B833-B13621F45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B6CD6-4151-E6FC-B4B9-FA1783A06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17627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D77BD-5D32-E760-9A2A-5C2801283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CAC59-C796-EE09-669A-F2C54B074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DD86BC-19FA-BE0E-320D-7A5C56FD0E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4850F9-5CC7-7A16-C370-065E04452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4AFB7-9272-D693-4E9C-4E0C0C388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9DB3FC-8F32-63EE-5C66-716BB0BF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94540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B709B-1813-3400-0BD9-65296B91B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F19575-AE11-4C3C-C4D0-DF2895BBF5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ED10A2-906A-23BB-D061-7FB8C5C4B5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C3A65-1A87-2B02-C5B0-F302B11DA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D177D3-D7D7-7D3C-0368-A29FAF8BB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A9FFE-AEF4-D181-F22D-F1672C0D8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91823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A6F6CF-FBBD-4B3A-3C6D-0A42E6F9D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05AF5-301A-0520-353F-5CDA11361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A53534-6505-1FFB-0DCA-4349CE665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C5A1-EB26-1569-0F33-EC42A100C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B9661-EB28-8DDD-E517-C41EA3689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12640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73D9B4-3FB3-F922-9198-993D405E1A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BDF98-14EC-0043-AC5A-B25D565745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3FC19-80C8-B11C-CE67-BB532DD96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293A2-8FC3-3FC1-35B4-A6BF50F26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11C8A-438C-DBB8-BBDE-6D16C100C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6091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7A1A1E-C0D9-4EA2-4EEA-927E65775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F541F-4D0B-50DE-E7BF-CE7ACC84A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AB7A2-6D0C-C468-B93D-B8CABCB088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0FFCD-48E6-4BB0-A2D8-C9835E02A9DC}" type="datetimeFigureOut">
              <a:rPr lang="pt-PT" smtClean="0"/>
              <a:t>12/01/2026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F4986-5B58-2ED5-9C15-2608747E65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F76E7-2D69-20DE-046C-DF7803E41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EB73FF-CE3C-4CDF-896C-0C92E44FA132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820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bolerbarros/Intro_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bolerbarros/Intro_R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drebolerbarros/Intro_R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drebolerbarros/Intro_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4B6265C-9D37-6749-8D14-3A3DDA07D105}"/>
              </a:ext>
            </a:extLst>
          </p:cNvPr>
          <p:cNvSpPr txBox="1"/>
          <p:nvPr/>
        </p:nvSpPr>
        <p:spPr>
          <a:xfrm>
            <a:off x="0" y="1779723"/>
            <a:ext cx="121920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800" noProof="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Introductio</a:t>
            </a:r>
            <a:r>
              <a:rPr lang="en-GB" sz="58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n to R programming language</a:t>
            </a:r>
            <a:endParaRPr lang="en-GB" sz="58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CF078F-12A6-586A-03F3-8BC21ADAF487}"/>
              </a:ext>
            </a:extLst>
          </p:cNvPr>
          <p:cNvSpPr txBox="1"/>
          <p:nvPr/>
        </p:nvSpPr>
        <p:spPr>
          <a:xfrm>
            <a:off x="0" y="4487803"/>
            <a:ext cx="121920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</a:t>
            </a:r>
          </a:p>
          <a:p>
            <a:pPr algn="ctr"/>
            <a:endParaRPr lang="en-GB" sz="2000" b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20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Advanced Data Analysis (ADA) Unit</a:t>
            </a:r>
          </a:p>
          <a:p>
            <a:pPr algn="ctr"/>
            <a:endParaRPr lang="en-GB" sz="2400" b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endParaRPr lang="en-GB" sz="6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GB" sz="20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12</a:t>
            </a:r>
            <a:r>
              <a:rPr lang="en-GB" sz="2000" baseline="300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th</a:t>
            </a:r>
            <a:r>
              <a:rPr lang="en-GB" sz="20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January 2026</a:t>
            </a:r>
            <a:endParaRPr lang="en-GB" sz="48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A4C54A-D5AD-C1A7-3E0B-3020D2BA8443}"/>
              </a:ext>
            </a:extLst>
          </p:cNvPr>
          <p:cNvSpPr/>
          <p:nvPr/>
        </p:nvSpPr>
        <p:spPr>
          <a:xfrm>
            <a:off x="0" y="-5529"/>
            <a:ext cx="12192000" cy="7439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6B10809-75AF-4341-FB07-B67F929CFD3C}"/>
              </a:ext>
            </a:extLst>
          </p:cNvPr>
          <p:cNvGrpSpPr/>
          <p:nvPr/>
        </p:nvGrpSpPr>
        <p:grpSpPr>
          <a:xfrm>
            <a:off x="830300" y="-73330"/>
            <a:ext cx="10531400" cy="979006"/>
            <a:chOff x="1023683" y="-73330"/>
            <a:chExt cx="10531400" cy="979006"/>
          </a:xfrm>
        </p:grpSpPr>
        <p:pic>
          <p:nvPicPr>
            <p:cNvPr id="21" name="Picture 2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0B6806F2-7679-C6D6-E182-6B9B3E82B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62" t="25434" r="7949" b="23574"/>
            <a:stretch>
              <a:fillRect/>
            </a:stretch>
          </p:blipFill>
          <p:spPr>
            <a:xfrm>
              <a:off x="1023683" y="-16681"/>
              <a:ext cx="3140353" cy="756545"/>
            </a:xfrm>
            <a:prstGeom prst="rect">
              <a:avLst/>
            </a:prstGeom>
            <a:solidFill>
              <a:schemeClr val="bg1"/>
            </a:solidFill>
          </p:spPr>
        </p:pic>
        <p:pic>
          <p:nvPicPr>
            <p:cNvPr id="31" name="Picture 30" descr="A black background with grey text&#10;&#10;AI-generated content may be incorrect.">
              <a:extLst>
                <a:ext uri="{FF2B5EF4-FFF2-40B4-BE49-F238E27FC236}">
                  <a16:creationId xmlns:a16="http://schemas.microsoft.com/office/drawing/2014/main" id="{B4A03415-F978-A5B4-6E00-F303C0D7A6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86" y="-73330"/>
              <a:ext cx="3386797" cy="9790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4898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36335-086F-C99F-3B9C-AD3F71C85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23A9A5E-A248-CBD4-CA6A-D18D2EBE0F48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Outline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E997FF-C617-538A-17BD-CF3DD8E51005}"/>
              </a:ext>
            </a:extLst>
          </p:cNvPr>
          <p:cNvSpPr txBox="1"/>
          <p:nvPr/>
        </p:nvSpPr>
        <p:spPr>
          <a:xfrm>
            <a:off x="222111" y="800107"/>
            <a:ext cx="11747779" cy="43410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Day 1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noProof="0" dirty="0">
                <a:latin typeface="Cambria" panose="02040503050406030204" pitchFamily="18" charset="0"/>
                <a:ea typeface="Cambria" panose="02040503050406030204" pitchFamily="18" charset="0"/>
              </a:rPr>
              <a:t>R Basics – Operations, Packages &amp; Classes 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Loops &amp; Conditions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Data Manipulation &amp; Plotting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noProof="0" dirty="0">
                <a:latin typeface="Cambria" panose="02040503050406030204" pitchFamily="18" charset="0"/>
                <a:ea typeface="Cambria" panose="02040503050406030204" pitchFamily="18" charset="0"/>
              </a:rPr>
              <a:t>Functions in R – From use to development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Day 2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Best Practices (Documentation, Reproducibility, …)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AI &amp; Coding</a:t>
            </a:r>
          </a:p>
          <a:p>
            <a:pPr marL="800100" lvl="1" indent="-342900" algn="just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en-GB" dirty="0" err="1">
                <a:latin typeface="Corbel" panose="020B0503020204020204" pitchFamily="34" charset="0"/>
                <a:ea typeface="Cambria" panose="02040503050406030204" pitchFamily="18" charset="0"/>
              </a:rPr>
              <a:t>tidyverse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Universe</a:t>
            </a:r>
            <a:endParaRPr lang="en-GB" sz="2000" b="1" i="1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57B46970-2DB5-547F-2901-318907E69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057E2E5-18FD-482C-068A-EB214D2A9A27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B1222557-2583-F6F7-2E26-A44B60DC23E6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2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C421F8-E024-ABD8-68AE-350EB46E1191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3B01729-A51D-F0DD-71DA-5043116FAD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4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472C-D8A1-A6EA-EE4E-A3171A061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2406327-C970-4EB2-C748-24F489F895DA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Programming &amp; Research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203C05-17B2-8B99-24E7-19AEC44AC043}"/>
              </a:ext>
            </a:extLst>
          </p:cNvPr>
          <p:cNvSpPr txBox="1"/>
          <p:nvPr/>
        </p:nvSpPr>
        <p:spPr>
          <a:xfrm>
            <a:off x="222111" y="800107"/>
            <a:ext cx="11747779" cy="390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Transparency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Reproducibility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Up-to-date methodology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Big Data Era</a:t>
            </a: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9B91BE6F-BFA1-BD7C-0115-697A050E61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EC2B33-CA86-D720-AD19-79A60E29CDC5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C5A13B34-901B-987D-630F-19285AD2C7BA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3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2A0864-581F-15E8-261E-11B555CB9F9F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2BD80C4-1CC7-1228-39C9-9C258F72456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8870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4B7E-6109-A83D-ACD2-13111AB50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B0B4D0-6893-787F-FD7F-D22BED245D59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Programming &amp; Researcher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2EBF15-9CE1-3729-7C6C-029CF385BAE0}"/>
              </a:ext>
            </a:extLst>
          </p:cNvPr>
          <p:cNvSpPr txBox="1"/>
          <p:nvPr/>
        </p:nvSpPr>
        <p:spPr>
          <a:xfrm>
            <a:off x="222111" y="800107"/>
            <a:ext cx="11747779" cy="371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noProof="0" dirty="0">
                <a:latin typeface="Cambria" panose="02040503050406030204" pitchFamily="18" charset="0"/>
                <a:ea typeface="Cambria" panose="02040503050406030204" pitchFamily="18" charset="0"/>
              </a:rPr>
              <a:t>Documentation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noProof="0" dirty="0">
                <a:latin typeface="Cambria" panose="02040503050406030204" pitchFamily="18" charset="0"/>
                <a:ea typeface="Cambria" panose="02040503050406030204" pitchFamily="18" charset="0"/>
              </a:rPr>
              <a:t>Citations!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Job market!</a:t>
            </a:r>
            <a:endParaRPr lang="en-GB" sz="20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Capability &amp; Flexibility</a:t>
            </a:r>
            <a:endParaRPr lang="en-GB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>
                <a:latin typeface="Cambria" panose="02040503050406030204" pitchFamily="18" charset="0"/>
                <a:ea typeface="Cambria" panose="02040503050406030204" pitchFamily="18" charset="0"/>
              </a:rPr>
              <a:t>Understanding Data Analysis</a:t>
            </a: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1CB066F2-E53D-D6D9-E503-F433D84C01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42E7BE-EF92-5A56-3353-5783D1F2D086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54320184-F990-25FB-2D41-BED04B0F4FBD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4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2C93FD-BAFD-8FA7-092A-A1384C754970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F79C99-3325-E4BD-56AD-0E82F51571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6902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75C42-3AAC-CE32-C4A6-6AD1B560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CBD5C0E-B191-89ED-BF68-0C52AA475FB8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Why 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F6DF6B-565A-2C86-7804-F86B08013386}"/>
              </a:ext>
            </a:extLst>
          </p:cNvPr>
          <p:cNvSpPr txBox="1"/>
          <p:nvPr/>
        </p:nvSpPr>
        <p:spPr>
          <a:xfrm>
            <a:off x="222111" y="800107"/>
            <a:ext cx="11747779" cy="380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noProof="0" dirty="0">
                <a:latin typeface="Cambria" panose="02040503050406030204" pitchFamily="18" charset="0"/>
                <a:ea typeface="Cambria" panose="02040503050406030204" pitchFamily="18" charset="0"/>
              </a:rPr>
              <a:t>Statistical Analysis &amp; Data Visualization</a:t>
            </a: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Free-to-use, Open Source</a:t>
            </a: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Thousands of curated &amp; up-to-date packages</a:t>
            </a: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1" algn="just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Integrated Development Environment (IDE)</a:t>
            </a:r>
          </a:p>
          <a:p>
            <a:pPr algn="just">
              <a:lnSpc>
                <a:spcPct val="150000"/>
              </a:lnSpc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B2819DE6-CF24-6B35-8E74-3E8EF04DA7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8711B6B-7683-AB7F-AD2D-6A9DCC7B528B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546160FC-3C43-22B8-E8AC-18FEDD721D6B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5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DFD33-EB61-FA2C-9AE4-97BCA9403651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8E8A257-8B6A-56D0-CC17-32F41C7521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pic>
        <p:nvPicPr>
          <p:cNvPr id="1026" name="Picture 2" descr="R: R Logo">
            <a:extLst>
              <a:ext uri="{FF2B5EF4-FFF2-40B4-BE49-F238E27FC236}">
                <a16:creationId xmlns:a16="http://schemas.microsoft.com/office/drawing/2014/main" id="{BFE5A4A4-73A9-8389-674C-30A99DC66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96" y="885541"/>
            <a:ext cx="927304" cy="718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29CB09-8782-CB6B-ADFE-01EE10DC66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9773" y="4395442"/>
            <a:ext cx="1289078" cy="149425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6E2C7C7-18F0-DC25-8049-76CD99F76829}"/>
              </a:ext>
            </a:extLst>
          </p:cNvPr>
          <p:cNvGrpSpPr/>
          <p:nvPr/>
        </p:nvGrpSpPr>
        <p:grpSpPr>
          <a:xfrm>
            <a:off x="669927" y="4188724"/>
            <a:ext cx="2164300" cy="1907693"/>
            <a:chOff x="669927" y="4188724"/>
            <a:chExt cx="2164300" cy="190769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52ABECC-5D4F-82E9-9130-B858FC0DF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32456" b="32887"/>
            <a:stretch>
              <a:fillRect/>
            </a:stretch>
          </p:blipFill>
          <p:spPr>
            <a:xfrm>
              <a:off x="669927" y="4188724"/>
              <a:ext cx="2164300" cy="750077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F33D38-5AAF-F757-6592-34C22401B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93643" y="5011016"/>
              <a:ext cx="2116868" cy="1085401"/>
            </a:xfrm>
            <a:prstGeom prst="rect">
              <a:avLst/>
            </a:prstGeom>
          </p:spPr>
        </p:pic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0BE2B919-856B-93CE-3517-1D233E1A8E8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8392" y="2203969"/>
            <a:ext cx="5941497" cy="3936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6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46964-F237-FD0D-F04D-777A760AC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EC235C6-2F59-AFC6-9572-F92C19FD463B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Why 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9E6795-287B-DDC2-A981-ABFC373EB0F3}"/>
              </a:ext>
            </a:extLst>
          </p:cNvPr>
          <p:cNvSpPr txBox="1"/>
          <p:nvPr/>
        </p:nvSpPr>
        <p:spPr>
          <a:xfrm>
            <a:off x="222111" y="800107"/>
            <a:ext cx="11747779" cy="380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noProof="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noProof="0" dirty="0">
                <a:latin typeface="Cambria" panose="02040503050406030204" pitchFamily="18" charset="0"/>
                <a:ea typeface="Cambria" panose="02040503050406030204" pitchFamily="18" charset="0"/>
              </a:rPr>
              <a:t>Statistical Analysis &amp; Data Visualization</a:t>
            </a: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Free-to-use, Open Source</a:t>
            </a: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000" dirty="0">
                <a:latin typeface="Cambria" panose="02040503050406030204" pitchFamily="18" charset="0"/>
                <a:ea typeface="Cambria" panose="02040503050406030204" pitchFamily="18" charset="0"/>
              </a:rPr>
              <a:t>Thousands of curated &amp; up-to-date packages</a:t>
            </a:r>
          </a:p>
          <a:p>
            <a:pPr marL="268288" lvl="1" indent="-268288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lvl="1" algn="just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</a:rPr>
              <a:t>Literate Programming </a:t>
            </a:r>
          </a:p>
          <a:p>
            <a:pPr algn="just">
              <a:lnSpc>
                <a:spcPct val="150000"/>
              </a:lnSpc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8776AEC1-77B1-C92D-5393-CBFAAB0A625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54E7BA6-EE4D-72C8-93CC-D72B20710D02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415B45FD-F0B2-1103-E4BD-F649D6DD3785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6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DE85BC-83B6-1CC3-7CAE-A4DBBEEBB12C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8AD1A3-C365-A322-9C3A-2D7B23504C4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pic>
        <p:nvPicPr>
          <p:cNvPr id="1026" name="Picture 2" descr="R: R Logo">
            <a:extLst>
              <a:ext uri="{FF2B5EF4-FFF2-40B4-BE49-F238E27FC236}">
                <a16:creationId xmlns:a16="http://schemas.microsoft.com/office/drawing/2014/main" id="{6074DE48-C4A3-A335-4747-30DA36D4A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96" y="885541"/>
            <a:ext cx="927304" cy="718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3E4144-6711-847F-CE67-B350E3324A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9773" y="4395442"/>
            <a:ext cx="1289078" cy="14942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2B04370-7D20-A2CE-E36B-222DEFB0D46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3966" t="36171" r="23421" b="43672"/>
          <a:stretch>
            <a:fillRect/>
          </a:stretch>
        </p:blipFill>
        <p:spPr>
          <a:xfrm>
            <a:off x="222111" y="4885363"/>
            <a:ext cx="2557570" cy="5144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5D93D0-8A53-7C7F-E36E-153B15A9441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171"/>
          <a:stretch>
            <a:fillRect/>
          </a:stretch>
        </p:blipFill>
        <p:spPr>
          <a:xfrm>
            <a:off x="8804750" y="3562180"/>
            <a:ext cx="3377250" cy="269163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479AE7D-C0A7-654E-FDE7-C9B85AFA4F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74600" y="3467864"/>
            <a:ext cx="3421960" cy="278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891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3D2A-E05D-784C-AB79-877EE1C75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7481CE0-F07B-F803-7223-D798EA199F0B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AC6DE2-2E99-4842-94A4-942D9ADDA612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54D672F2-7EB4-9D78-3451-D57F25CBA1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97771C-30AF-60EA-4E3A-110E1C668F48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8F4B6486-8CD6-6307-4718-2E4143CAFD9E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7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925D47-9D58-C4B3-59C7-F19FED070FA9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F46FD8E-229E-BC7A-2F84-ED7B8997D3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2EE2559-4C3B-C03B-E93B-0B09C7C1877A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Google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Colab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– colab.research.google.com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3CF65D-AC81-F858-12BC-C3E3CEC52B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118"/>
          <a:stretch>
            <a:fillRect/>
          </a:stretch>
        </p:blipFill>
        <p:spPr>
          <a:xfrm>
            <a:off x="318096" y="2043574"/>
            <a:ext cx="5777904" cy="4139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122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E3A7E-46F1-B6CE-16CE-B0B73505E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B663FD9-06FF-B617-A03C-BC0FDF55BB25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A69895-95AC-C112-E18B-681787F74DB8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7F99BFC3-A890-D0DC-0B23-3C6801830A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EC05F94-3E18-1CB2-C6A1-D4DA504413A6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0C987A9D-CCCD-BAE3-AB04-771563D0DA59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8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D2C0BB-C682-50A0-7220-4332061B24F4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7E029B3-CF6B-3A3B-B618-A035D825405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8328BF-D3A6-1FD8-8400-9D50D4ED034F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Google </a:t>
            </a:r>
            <a:r>
              <a:rPr lang="en-GB" dirty="0" err="1">
                <a:latin typeface="Cambria" panose="02040503050406030204" pitchFamily="18" charset="0"/>
                <a:ea typeface="Cambria" panose="02040503050406030204" pitchFamily="18" charset="0"/>
              </a:rPr>
              <a:t>Colab</a:t>
            </a: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 – colab.research.google.com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645F75-16CA-01EA-6399-BE29CB47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118"/>
          <a:stretch>
            <a:fillRect/>
          </a:stretch>
        </p:blipFill>
        <p:spPr>
          <a:xfrm>
            <a:off x="318096" y="2043574"/>
            <a:ext cx="5777904" cy="4139021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81156AD-61CB-63FB-C097-B8EECF5FB2DD}"/>
              </a:ext>
            </a:extLst>
          </p:cNvPr>
          <p:cNvSpPr/>
          <p:nvPr/>
        </p:nvSpPr>
        <p:spPr>
          <a:xfrm>
            <a:off x="368490" y="4790364"/>
            <a:ext cx="1153235" cy="33148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761869-FFC3-45EB-4A12-AA62DC426D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0186" y="1986270"/>
            <a:ext cx="5053717" cy="2738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528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F3A0-BADC-79FE-F084-FC12A977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28BF5E7-C7C5-34B1-A06A-1BF0429D9F9B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E9A08A-B163-C480-000D-9C5B2F1C650B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3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C08904FE-13A9-855B-AD54-6B9CED445F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15FC2A-3829-0CCD-C06B-E85DE06FA41D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AFA2FD39-B991-D040-4DE0-1FC0D1B831D4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9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55999F-1D49-8B1F-B6DF-322AF6BF2B6A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885E40B-EE98-5227-8578-79F403A751C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B9A50C-743C-271F-70D7-E34DC3AF900E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2.	</a:t>
            </a:r>
            <a:r>
              <a:rPr lang="en-GB" u="sng" dirty="0">
                <a:latin typeface="Cambria" panose="02040503050406030204" pitchFamily="18" charset="0"/>
                <a:ea typeface="Cambria" panose="02040503050406030204" pitchFamily="18" charset="0"/>
              </a:rPr>
              <a:t>Save your own copy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4DA4F9B-1EEA-3393-8A13-1F56013FC05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1949" b="18241"/>
          <a:stretch>
            <a:fillRect/>
          </a:stretch>
        </p:blipFill>
        <p:spPr>
          <a:xfrm>
            <a:off x="200001" y="2255377"/>
            <a:ext cx="2886958" cy="3694273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5A782FF-BA00-27A1-F4B9-EE6D98ABE094}"/>
              </a:ext>
            </a:extLst>
          </p:cNvPr>
          <p:cNvSpPr/>
          <p:nvPr/>
        </p:nvSpPr>
        <p:spPr>
          <a:xfrm>
            <a:off x="669927" y="4083862"/>
            <a:ext cx="1153235" cy="20625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A189844-8582-DCE9-6B9F-3C4EBB4966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885" y="2273286"/>
            <a:ext cx="3203229" cy="3306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382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29CBD-B49A-3084-90F3-0D7834C0E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ED5154D-8E9B-10D4-6458-6DA83132A5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189"/>
          <a:stretch>
            <a:fillRect/>
          </a:stretch>
        </p:blipFill>
        <p:spPr>
          <a:xfrm>
            <a:off x="318096" y="2100727"/>
            <a:ext cx="3738265" cy="36194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A9C648-9C0B-7C69-C62D-C0C5D02E6B31}"/>
              </a:ext>
            </a:extLst>
          </p:cNvPr>
          <p:cNvSpPr txBox="1"/>
          <p:nvPr/>
        </p:nvSpPr>
        <p:spPr>
          <a:xfrm>
            <a:off x="318096" y="0"/>
            <a:ext cx="115558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Course Material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E1476E-12F5-E3E6-D696-3BCB301EE6FA}"/>
              </a:ext>
            </a:extLst>
          </p:cNvPr>
          <p:cNvSpPr txBox="1"/>
          <p:nvPr/>
        </p:nvSpPr>
        <p:spPr>
          <a:xfrm>
            <a:off x="222111" y="800107"/>
            <a:ext cx="11747779" cy="1039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000" b="1" dirty="0">
                <a:latin typeface="Cambria" panose="02040503050406030204" pitchFamily="18" charset="0"/>
                <a:ea typeface="Cambria" panose="02040503050406030204" pitchFamily="18" charset="0"/>
                <a:hlinkClick r:id="rId4"/>
              </a:rPr>
              <a:t>https://github.com/andrebolerbarros/Intro_R</a:t>
            </a:r>
            <a:endParaRPr lang="en-GB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9" name="Picture 8" descr="A white circle with black background&#10;&#10;Description automatically generated">
            <a:extLst>
              <a:ext uri="{FF2B5EF4-FFF2-40B4-BE49-F238E27FC236}">
                <a16:creationId xmlns:a16="http://schemas.microsoft.com/office/drawing/2014/main" id="{E905D286-EE0C-C040-92B8-B2B74CB328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9605" r="16255" b="22685"/>
          <a:stretch>
            <a:fillRect/>
          </a:stretch>
        </p:blipFill>
        <p:spPr>
          <a:xfrm>
            <a:off x="-269926" y="6222582"/>
            <a:ext cx="939853" cy="628211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78C4AE-9417-F1DA-86EB-39253672D1B4}"/>
              </a:ext>
            </a:extLst>
          </p:cNvPr>
          <p:cNvCxnSpPr>
            <a:cxnSpLocks/>
          </p:cNvCxnSpPr>
          <p:nvPr/>
        </p:nvCxnSpPr>
        <p:spPr>
          <a:xfrm flipV="1">
            <a:off x="669927" y="6523348"/>
            <a:ext cx="10580947" cy="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A5B35666-5ACA-145A-137C-488E3DF30EF3}"/>
              </a:ext>
            </a:extLst>
          </p:cNvPr>
          <p:cNvSpPr txBox="1">
            <a:spLocks/>
          </p:cNvSpPr>
          <p:nvPr/>
        </p:nvSpPr>
        <p:spPr>
          <a:xfrm>
            <a:off x="8804750" y="6337394"/>
            <a:ext cx="28254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4B21BD1-F593-4F4E-86E9-52991719DFB8}" type="slidenum">
              <a:rPr lang="en-GB" sz="1400" noProof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pPr/>
              <a:t>10</a:t>
            </a:fld>
            <a:endParaRPr lang="en-GB" sz="1400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75DBE1-F078-0DA9-4E9E-0394D868FED0}"/>
              </a:ext>
            </a:extLst>
          </p:cNvPr>
          <p:cNvSpPr txBox="1"/>
          <p:nvPr/>
        </p:nvSpPr>
        <p:spPr>
          <a:xfrm>
            <a:off x="3870960" y="6451133"/>
            <a:ext cx="4450080" cy="335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5500">
              <a:lnSpc>
                <a:spcPct val="150000"/>
              </a:lnSpc>
              <a:tabLst>
                <a:tab pos="3768725" algn="l"/>
                <a:tab pos="4572000" algn="l"/>
              </a:tabLst>
            </a:pPr>
            <a:r>
              <a:rPr lang="en-GB" sz="1200" noProof="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André Barros | Advanced Data Analysis | 12th January 2026</a:t>
            </a:r>
            <a:endParaRPr lang="en-GB" sz="1200" i="1" noProof="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350AA1C-B10F-C701-8C08-C1EBF041572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2765" t="18648" r="25605" b="15789"/>
          <a:stretch>
            <a:fillRect/>
          </a:stretch>
        </p:blipFill>
        <p:spPr>
          <a:xfrm>
            <a:off x="11581065" y="6281675"/>
            <a:ext cx="425229" cy="5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1EEA1FE-0E17-6AD1-2AFA-014911C1B9A6}"/>
              </a:ext>
            </a:extLst>
          </p:cNvPr>
          <p:cNvSpPr txBox="1"/>
          <p:nvPr/>
        </p:nvSpPr>
        <p:spPr>
          <a:xfrm>
            <a:off x="222110" y="1529798"/>
            <a:ext cx="11747779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tabLst>
                <a:tab pos="447675" algn="l"/>
              </a:tabLst>
            </a:pPr>
            <a:r>
              <a:rPr lang="en-GB" dirty="0">
                <a:latin typeface="Cambria" panose="02040503050406030204" pitchFamily="18" charset="0"/>
                <a:ea typeface="Cambria" panose="02040503050406030204" pitchFamily="18" charset="0"/>
              </a:rPr>
              <a:t>3.	Change kernel (language)</a:t>
            </a:r>
            <a:endParaRPr lang="en-GB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478EFC7-F045-7079-8000-5B1307E810E4}"/>
              </a:ext>
            </a:extLst>
          </p:cNvPr>
          <p:cNvSpPr/>
          <p:nvPr/>
        </p:nvSpPr>
        <p:spPr>
          <a:xfrm>
            <a:off x="1879960" y="4441372"/>
            <a:ext cx="1153235" cy="20625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C31A07-C2E3-BA9B-D4A0-5DFF260C4AC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3023"/>
          <a:stretch>
            <a:fillRect/>
          </a:stretch>
        </p:blipFill>
        <p:spPr>
          <a:xfrm>
            <a:off x="4249744" y="2100727"/>
            <a:ext cx="3092693" cy="2450647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F94B33-A8EB-1EDE-6D11-70FD40963897}"/>
              </a:ext>
            </a:extLst>
          </p:cNvPr>
          <p:cNvSpPr/>
          <p:nvPr/>
        </p:nvSpPr>
        <p:spPr>
          <a:xfrm>
            <a:off x="4321798" y="2554884"/>
            <a:ext cx="1240229" cy="37715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11760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</TotalTime>
  <Words>322</Words>
  <Application>Microsoft Office PowerPoint</Application>
  <PresentationFormat>Widescreen</PresentationFormat>
  <Paragraphs>90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Cambria</vt:lpstr>
      <vt:lpstr>Corbel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André Boler Cláudio da Silva Barros</dc:creator>
  <cp:lastModifiedBy>André Boler Cláudio da Silva Barros</cp:lastModifiedBy>
  <cp:revision>3</cp:revision>
  <dcterms:created xsi:type="dcterms:W3CDTF">2025-11-17T11:13:42Z</dcterms:created>
  <dcterms:modified xsi:type="dcterms:W3CDTF">2026-01-12T10:27:41Z</dcterms:modified>
</cp:coreProperties>
</file>