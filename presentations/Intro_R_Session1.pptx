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9" r:id="rId2"/>
    <p:sldId id="878" r:id="rId3"/>
    <p:sldId id="879" r:id="rId4"/>
    <p:sldId id="880" r:id="rId5"/>
    <p:sldId id="881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CB159F-E254-4E56-A497-3660E959EAF4}" v="7" dt="2026-01-12T09:34:11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Boler Cláudio da Silva Barros" userId="6a6e06a7-71d6-4753-8f49-a25f8eb0dc15" providerId="ADAL" clId="{6BE99AA9-1EEE-46D3-8261-83B0B634593B}"/>
    <pc:docChg chg="custSel addSld delSld modSld">
      <pc:chgData name="André Boler Cláudio da Silva Barros" userId="6a6e06a7-71d6-4753-8f49-a25f8eb0dc15" providerId="ADAL" clId="{6BE99AA9-1EEE-46D3-8261-83B0B634593B}" dt="2026-01-12T09:34:37.059" v="1047" actId="20577"/>
      <pc:docMkLst>
        <pc:docMk/>
      </pc:docMkLst>
      <pc:sldChg chg="modSp mod">
        <pc:chgData name="André Boler Cláudio da Silva Barros" userId="6a6e06a7-71d6-4753-8f49-a25f8eb0dc15" providerId="ADAL" clId="{6BE99AA9-1EEE-46D3-8261-83B0B634593B}" dt="2026-01-12T08:57:43.910" v="52" actId="20577"/>
        <pc:sldMkLst>
          <pc:docMk/>
          <pc:sldMk cId="3654898017" sldId="289"/>
        </pc:sldMkLst>
        <pc:spChg chg="mod">
          <ac:chgData name="André Boler Cláudio da Silva Barros" userId="6a6e06a7-71d6-4753-8f49-a25f8eb0dc15" providerId="ADAL" clId="{6BE99AA9-1EEE-46D3-8261-83B0B634593B}" dt="2026-01-12T08:57:32.293" v="39" actId="20577"/>
          <ac:spMkLst>
            <pc:docMk/>
            <pc:sldMk cId="3654898017" sldId="289"/>
            <ac:spMk id="6" creationId="{74B6265C-9D37-6749-8D14-3A3DDA07D105}"/>
          </ac:spMkLst>
        </pc:spChg>
        <pc:spChg chg="mod">
          <ac:chgData name="André Boler Cláudio da Silva Barros" userId="6a6e06a7-71d6-4753-8f49-a25f8eb0dc15" providerId="ADAL" clId="{6BE99AA9-1EEE-46D3-8261-83B0B634593B}" dt="2026-01-12T08:57:43.910" v="52" actId="20577"/>
          <ac:spMkLst>
            <pc:docMk/>
            <pc:sldMk cId="3654898017" sldId="289"/>
            <ac:spMk id="12" creationId="{A0CF078F-12A6-586A-03F3-8BC21ADAF487}"/>
          </ac:spMkLst>
        </pc:spChg>
      </pc:sldChg>
      <pc:sldChg chg="modSp mod">
        <pc:chgData name="André Boler Cláudio da Silva Barros" userId="6a6e06a7-71d6-4753-8f49-a25f8eb0dc15" providerId="ADAL" clId="{6BE99AA9-1EEE-46D3-8261-83B0B634593B}" dt="2026-01-12T09:21:50.094" v="547" actId="20577"/>
        <pc:sldMkLst>
          <pc:docMk/>
          <pc:sldMk cId="1621483354" sldId="878"/>
        </pc:sldMkLst>
        <pc:spChg chg="mod">
          <ac:chgData name="André Boler Cláudio da Silva Barros" userId="6a6e06a7-71d6-4753-8f49-a25f8eb0dc15" providerId="ADAL" clId="{6BE99AA9-1EEE-46D3-8261-83B0B634593B}" dt="2026-01-12T08:59:20.042" v="59" actId="20577"/>
          <ac:spMkLst>
            <pc:docMk/>
            <pc:sldMk cId="1621483354" sldId="878"/>
            <ac:spMk id="7" creationId="{223A9A5E-A248-CBD4-CA6A-D18D2EBE0F48}"/>
          </ac:spMkLst>
        </pc:spChg>
        <pc:spChg chg="mod">
          <ac:chgData name="André Boler Cláudio da Silva Barros" userId="6a6e06a7-71d6-4753-8f49-a25f8eb0dc15" providerId="ADAL" clId="{6BE99AA9-1EEE-46D3-8261-83B0B634593B}" dt="2026-01-12T09:21:50.094" v="547" actId="20577"/>
          <ac:spMkLst>
            <pc:docMk/>
            <pc:sldMk cId="1621483354" sldId="878"/>
            <ac:spMk id="12" creationId="{33C421F8-E024-ABD8-68AE-350EB46E1191}"/>
          </ac:spMkLst>
        </pc:spChg>
        <pc:spChg chg="mod">
          <ac:chgData name="André Boler Cláudio da Silva Barros" userId="6a6e06a7-71d6-4753-8f49-a25f8eb0dc15" providerId="ADAL" clId="{6BE99AA9-1EEE-46D3-8261-83B0B634593B}" dt="2026-01-12T09:10:51.713" v="523" actId="20577"/>
          <ac:spMkLst>
            <pc:docMk/>
            <pc:sldMk cId="1621483354" sldId="878"/>
            <ac:spMk id="13" creationId="{C5E997FF-C617-538A-17BD-CF3DD8E51005}"/>
          </ac:spMkLst>
        </pc:spChg>
      </pc:sldChg>
      <pc:sldChg chg="modSp add mod">
        <pc:chgData name="André Boler Cláudio da Silva Barros" userId="6a6e06a7-71d6-4753-8f49-a25f8eb0dc15" providerId="ADAL" clId="{6BE99AA9-1EEE-46D3-8261-83B0B634593B}" dt="2026-01-12T09:26:49.043" v="822" actId="20577"/>
        <pc:sldMkLst>
          <pc:docMk/>
          <pc:sldMk cId="4205887047" sldId="879"/>
        </pc:sldMkLst>
        <pc:spChg chg="mod">
          <ac:chgData name="André Boler Cláudio da Silva Barros" userId="6a6e06a7-71d6-4753-8f49-a25f8eb0dc15" providerId="ADAL" clId="{6BE99AA9-1EEE-46D3-8261-83B0B634593B}" dt="2026-01-12T09:26:49.043" v="822" actId="20577"/>
          <ac:spMkLst>
            <pc:docMk/>
            <pc:sldMk cId="4205887047" sldId="879"/>
            <ac:spMk id="7" creationId="{52406327-C970-4EB2-C748-24F489F895DA}"/>
          </ac:spMkLst>
        </pc:spChg>
        <pc:spChg chg="mod">
          <ac:chgData name="André Boler Cláudio da Silva Barros" userId="6a6e06a7-71d6-4753-8f49-a25f8eb0dc15" providerId="ADAL" clId="{6BE99AA9-1EEE-46D3-8261-83B0B634593B}" dt="2026-01-12T09:26:04.451" v="813" actId="20577"/>
          <ac:spMkLst>
            <pc:docMk/>
            <pc:sldMk cId="4205887047" sldId="879"/>
            <ac:spMk id="13" creationId="{85203C05-17B2-8B99-24E7-19AEC44AC043}"/>
          </ac:spMkLst>
        </pc:spChg>
      </pc:sldChg>
      <pc:sldChg chg="modSp del mod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65341093" sldId="880"/>
        </pc:sldMkLst>
        <pc:spChg chg="mod">
          <ac:chgData name="André Boler Cláudio da Silva Barros" userId="6a6e06a7-71d6-4753-8f49-a25f8eb0dc15" providerId="ADAL" clId="{6BE99AA9-1EEE-46D3-8261-83B0B634593B}" dt="2026-01-12T09:21:38.818" v="533" actId="20577"/>
          <ac:spMkLst>
            <pc:docMk/>
            <pc:sldMk cId="165341093" sldId="880"/>
            <ac:spMk id="7" creationId="{E5F066EB-65C3-E6BC-D52C-BD7C606EB4F8}"/>
          </ac:spMkLst>
        </pc:spChg>
      </pc:sldChg>
      <pc:sldChg chg="modSp add mod">
        <pc:chgData name="André Boler Cláudio da Silva Barros" userId="6a6e06a7-71d6-4753-8f49-a25f8eb0dc15" providerId="ADAL" clId="{6BE99AA9-1EEE-46D3-8261-83B0B634593B}" dt="2026-01-12T09:30:12.197" v="1024" actId="20577"/>
        <pc:sldMkLst>
          <pc:docMk/>
          <pc:sldMk cId="1132690283" sldId="880"/>
        </pc:sldMkLst>
        <pc:spChg chg="mod">
          <ac:chgData name="André Boler Cláudio da Silva Barros" userId="6a6e06a7-71d6-4753-8f49-a25f8eb0dc15" providerId="ADAL" clId="{6BE99AA9-1EEE-46D3-8261-83B0B634593B}" dt="2026-01-12T09:26:53.949" v="832" actId="20577"/>
          <ac:spMkLst>
            <pc:docMk/>
            <pc:sldMk cId="1132690283" sldId="880"/>
            <ac:spMk id="7" creationId="{F2B0B4D0-6893-787F-FD7F-D22BED245D59}"/>
          </ac:spMkLst>
        </pc:spChg>
        <pc:spChg chg="mod">
          <ac:chgData name="André Boler Cláudio da Silva Barros" userId="6a6e06a7-71d6-4753-8f49-a25f8eb0dc15" providerId="ADAL" clId="{6BE99AA9-1EEE-46D3-8261-83B0B634593B}" dt="2026-01-12T09:30:12.197" v="1024" actId="20577"/>
          <ac:spMkLst>
            <pc:docMk/>
            <pc:sldMk cId="1132690283" sldId="880"/>
            <ac:spMk id="13" creationId="{CF2EBF15-9CE1-3729-7C6C-029CF385BAE0}"/>
          </ac:spMkLst>
        </pc:spChg>
      </pc:sldChg>
      <pc:sldChg chg="modSp add mod">
        <pc:chgData name="André Boler Cláudio da Silva Barros" userId="6a6e06a7-71d6-4753-8f49-a25f8eb0dc15" providerId="ADAL" clId="{6BE99AA9-1EEE-46D3-8261-83B0B634593B}" dt="2026-01-12T09:34:37.059" v="1047" actId="20577"/>
        <pc:sldMkLst>
          <pc:docMk/>
          <pc:sldMk cId="2310122796" sldId="881"/>
        </pc:sldMkLst>
        <pc:spChg chg="mod">
          <ac:chgData name="André Boler Cláudio da Silva Barros" userId="6a6e06a7-71d6-4753-8f49-a25f8eb0dc15" providerId="ADAL" clId="{6BE99AA9-1EEE-46D3-8261-83B0B634593B}" dt="2026-01-12T09:33:45.003" v="1040" actId="20577"/>
          <ac:spMkLst>
            <pc:docMk/>
            <pc:sldMk cId="2310122796" sldId="881"/>
            <ac:spMk id="7" creationId="{17481CE0-F07B-F803-7223-D798EA199F0B}"/>
          </ac:spMkLst>
        </pc:spChg>
        <pc:spChg chg="mod">
          <ac:chgData name="André Boler Cláudio da Silva Barros" userId="6a6e06a7-71d6-4753-8f49-a25f8eb0dc15" providerId="ADAL" clId="{6BE99AA9-1EEE-46D3-8261-83B0B634593B}" dt="2026-01-12T09:34:37.059" v="1047" actId="20577"/>
          <ac:spMkLst>
            <pc:docMk/>
            <pc:sldMk cId="2310122796" sldId="881"/>
            <ac:spMk id="13" creationId="{B6AC6DE2-2E99-4842-94A4-942D9ADDA612}"/>
          </ac:spMkLst>
        </pc:spChg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311924374" sldId="882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2957797501" sldId="883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4136843753" sldId="884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9988374" sldId="885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3925889482" sldId="886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925912421" sldId="889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385807129" sldId="890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2460341314" sldId="891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3191822555" sldId="892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592860313" sldId="894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3594945172" sldId="895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70728188" sldId="896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3157932166" sldId="898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986863399" sldId="901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3030702759" sldId="902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2602436216" sldId="903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760627394" sldId="906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45620786" sldId="907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552494889" sldId="908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92324643" sldId="909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350410548" sldId="910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268833646" sldId="913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4204175726" sldId="914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602747138" sldId="915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519490487" sldId="916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996233730" sldId="917"/>
        </pc:sldMkLst>
      </pc:sldChg>
      <pc:sldChg chg="del">
        <pc:chgData name="André Boler Cláudio da Silva Barros" userId="6a6e06a7-71d6-4753-8f49-a25f8eb0dc15" providerId="ADAL" clId="{6BE99AA9-1EEE-46D3-8261-83B0B634593B}" dt="2026-01-12T09:21:58.693" v="549" actId="47"/>
        <pc:sldMkLst>
          <pc:docMk/>
          <pc:sldMk cId="763392026" sldId="918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3905837217" sldId="919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2277929300" sldId="920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3268003742" sldId="921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3523485619" sldId="922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4187145818" sldId="923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2098064262" sldId="924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3063804475" sldId="925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3984126416" sldId="927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410651342" sldId="928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34658931" sldId="929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939633860" sldId="930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3459580188" sldId="931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4243557356" sldId="932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85140110" sldId="933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548043734" sldId="934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411840888" sldId="935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1619628132" sldId="936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3860413392" sldId="938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3175656763" sldId="939"/>
        </pc:sldMkLst>
      </pc:sldChg>
      <pc:sldChg chg="del">
        <pc:chgData name="André Boler Cláudio da Silva Barros" userId="6a6e06a7-71d6-4753-8f49-a25f8eb0dc15" providerId="ADAL" clId="{6BE99AA9-1EEE-46D3-8261-83B0B634593B}" dt="2026-01-12T09:21:56.604" v="548" actId="47"/>
        <pc:sldMkLst>
          <pc:docMk/>
          <pc:sldMk cId="2425442767" sldId="9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275E4-13B7-4305-9C9C-82922AF320C1}" type="datetimeFigureOut">
              <a:rPr lang="pt-PT" smtClean="0"/>
              <a:t>12/01/2026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45A36-22E4-4494-B2A4-23B18465434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0752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CD7C7-91BF-4B50-A187-D8898A81460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670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6384-C2E1-A877-81DC-2E56D13C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C7964-EFB9-740D-8671-D4D35438A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DA623-6F25-62EC-4036-4FA5D1319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E79B8-E5D7-A40F-16F4-3C1DB69C5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CD7C7-91BF-4B50-A187-D8898A81460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7110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079B-5C0B-9E95-8A13-72585DAF1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55C4E-52F8-AEBC-216D-56487049E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98291-A378-5F9B-4C33-4A224F7F9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396EE-7B71-E6A1-FF49-71BAC252D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CD7C7-91BF-4B50-A187-D8898A81460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04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59C9E-2A0F-F7CF-A121-560C903F1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33383-9F1A-248E-B378-0B39DAD78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46E88-CE7B-F4CB-62BF-F9DFF9778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56E23-7777-9FFD-0C26-72221F3B3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CD7C7-91BF-4B50-A187-D8898A81460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75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CE07-AA92-7A03-F66B-C0DF4D51E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1F577-D79B-A26B-35E2-7D4EC6DF4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4E9AF-FE7F-0751-B61F-658A2D3AB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AC7DB-A2CF-E8E4-248C-87FA1D00B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CD7C7-91BF-4B50-A187-D8898A81460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162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F9941-F7CA-C42C-C42B-A1B52B11D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7C1BE-C3B1-3D4D-C9E0-A5AE8EFCC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43FCC-2E74-C904-C728-1E4621ED8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FFCD-48E6-4BB0-A2D8-C9835E02A9DC}" type="datetimeFigureOut">
              <a:rPr lang="pt-PT" smtClean="0"/>
              <a:t>12/01/2026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856EA-D76E-50E5-9284-8F70BE08E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AA572-08E5-E772-00A3-A2DF4D03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73FF-CE3C-4CDF-896C-0C92E44FA13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7896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D69A7-C0F4-D020-8ABD-56E2CCF8C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01F30-9B19-C6FF-C04E-C06AB3ACA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F52AF-72DE-4249-1BB6-6592CE03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FFCD-48E6-4BB0-A2D8-C9835E02A9DC}" type="datetimeFigureOut">
              <a:rPr lang="pt-PT" smtClean="0"/>
              <a:t>12/01/2026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FA662-6BC0-27FF-51B3-AF89AC3FC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22FEB-DF28-14FD-1126-BD72997A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73FF-CE3C-4CDF-896C-0C92E44FA13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04356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CC8E-3A72-A694-3699-A0C8590BC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B49C3-939F-B027-ADF3-C31BFE1C9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50066-F650-AC7C-2312-9B38972A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FFCD-48E6-4BB0-A2D8-C9835E02A9DC}" type="datetimeFigureOut">
              <a:rPr lang="pt-PT" smtClean="0"/>
              <a:t>12/01/2026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3B226-A584-09F3-56F8-CEBC30B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EE8D2-4855-8854-D232-FFBF5E7AD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73FF-CE3C-4CDF-896C-0C92E44FA13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0122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96D4-3770-9D0B-67C4-76ADCE76A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738E4-6F04-07EE-3F8A-AA841E6B25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97ADE-143C-5967-CC2D-3FE857CAB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76D4A-783E-659A-2654-BB8A31021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FFCD-48E6-4BB0-A2D8-C9835E02A9DC}" type="datetimeFigureOut">
              <a:rPr lang="pt-PT" smtClean="0"/>
              <a:t>12/01/2026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136BA-48B8-54CA-EF15-30DF3942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5D918-F9BD-2B96-BBE3-2197D3BA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73FF-CE3C-4CDF-896C-0C92E44FA13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60368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0FEFB-5C6E-D7E2-D9C2-53E6C97B2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26962-0F98-0B12-2BD6-5A7800D08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9749B-2E78-3285-4E0F-597240CE2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C68586-6DFF-E4C5-5A76-DB8F981FF6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29404F-9BFE-B819-BF9A-EB42406B9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0EB54-6CCB-EE09-4E30-17537B45A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FFCD-48E6-4BB0-A2D8-C9835E02A9DC}" type="datetimeFigureOut">
              <a:rPr lang="pt-PT" smtClean="0"/>
              <a:t>12/01/2026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FD5F4B-8AB4-4032-1D5A-705BDC23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EC34F2-1EA2-2EAD-BB06-9E259934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73FF-CE3C-4CDF-896C-0C92E44FA13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51150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9D0A1-C127-8008-5899-B69610ED1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04D747-34FA-0289-5F95-DC5105751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FFCD-48E6-4BB0-A2D8-C9835E02A9DC}" type="datetimeFigureOut">
              <a:rPr lang="pt-PT" smtClean="0"/>
              <a:t>12/01/2026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D9434-DFB6-4328-3377-2D5E41E7A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67542-9620-5DD1-6129-521738E6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73FF-CE3C-4CDF-896C-0C92E44FA13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8885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73FEA0-9540-7842-B86D-A27FCCFB2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FFCD-48E6-4BB0-A2D8-C9835E02A9DC}" type="datetimeFigureOut">
              <a:rPr lang="pt-PT" smtClean="0"/>
              <a:t>12/01/2026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4E3CAE-2934-4D60-B833-B13621F4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B6CD6-4151-E6FC-B4B9-FA1783A0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73FF-CE3C-4CDF-896C-0C92E44FA13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6277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77BD-5D32-E760-9A2A-5C280128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CAC59-C796-EE09-669A-F2C54B074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D86BC-19FA-BE0E-320D-7A5C56FD0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850F9-5CC7-7A16-C370-065E04452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FFCD-48E6-4BB0-A2D8-C9835E02A9DC}" type="datetimeFigureOut">
              <a:rPr lang="pt-PT" smtClean="0"/>
              <a:t>12/01/2026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4AFB7-9272-D693-4E9C-4E0C0C38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DB3FC-8F32-63EE-5C66-716BB0BF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73FF-CE3C-4CDF-896C-0C92E44FA13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94540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B709B-1813-3400-0BD9-65296B91B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F19575-AE11-4C3C-C4D0-DF2895BBF5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D10A2-906A-23BB-D061-7FB8C5C4B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C3A65-1A87-2B02-C5B0-F302B11DA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FFCD-48E6-4BB0-A2D8-C9835E02A9DC}" type="datetimeFigureOut">
              <a:rPr lang="pt-PT" smtClean="0"/>
              <a:t>12/01/2026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177D3-D7D7-7D3C-0368-A29FAF8BB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A9FFE-AEF4-D181-F22D-F1672C0D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73FF-CE3C-4CDF-896C-0C92E44FA13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1823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6F6CF-FBBD-4B3A-3C6D-0A42E6F9D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05AF5-301A-0520-353F-5CDA11361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53534-6505-1FFB-0DCA-4349CE665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FFCD-48E6-4BB0-A2D8-C9835E02A9DC}" type="datetimeFigureOut">
              <a:rPr lang="pt-PT" smtClean="0"/>
              <a:t>12/01/2026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C5A1-EB26-1569-0F33-EC42A100C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B9661-EB28-8DDD-E517-C41EA368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73FF-CE3C-4CDF-896C-0C92E44FA13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12640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73D9B4-3FB3-F922-9198-993D405E1A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BDF98-14EC-0043-AC5A-B25D56574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3FC19-80C8-B11C-CE67-BB532DD96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FFCD-48E6-4BB0-A2D8-C9835E02A9DC}" type="datetimeFigureOut">
              <a:rPr lang="pt-PT" smtClean="0"/>
              <a:t>12/01/2026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293A2-8FC3-3FC1-35B4-A6BF50F26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11C8A-438C-DBB8-BBDE-6D16C100C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73FF-CE3C-4CDF-896C-0C92E44FA13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6091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7A1A1E-C0D9-4EA2-4EEA-927E65775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F541F-4D0B-50DE-E7BF-CE7ACC84A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AB7A2-6D0C-C468-B93D-B8CABCB088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0FFCD-48E6-4BB0-A2D8-C9835E02A9DC}" type="datetimeFigureOut">
              <a:rPr lang="pt-PT" smtClean="0"/>
              <a:t>12/01/2026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F4986-5B58-2ED5-9C15-2608747E6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F76E7-2D69-20DE-046C-DF7803E41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EB73FF-CE3C-4CDF-896C-0C92E44FA13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20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drebolerbarros/Intro_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4B6265C-9D37-6749-8D14-3A3DDA07D105}"/>
              </a:ext>
            </a:extLst>
          </p:cNvPr>
          <p:cNvSpPr txBox="1"/>
          <p:nvPr/>
        </p:nvSpPr>
        <p:spPr>
          <a:xfrm>
            <a:off x="0" y="1779723"/>
            <a:ext cx="121920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800" noProof="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</a:t>
            </a:r>
            <a:r>
              <a:rPr lang="en-GB" sz="5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 to R programming language</a:t>
            </a:r>
            <a:endParaRPr lang="en-GB" sz="5800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CF078F-12A6-586A-03F3-8BC21ADAF487}"/>
              </a:ext>
            </a:extLst>
          </p:cNvPr>
          <p:cNvSpPr txBox="1"/>
          <p:nvPr/>
        </p:nvSpPr>
        <p:spPr>
          <a:xfrm>
            <a:off x="0" y="4487803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André Barros</a:t>
            </a:r>
          </a:p>
          <a:p>
            <a:pPr algn="ctr"/>
            <a:endParaRPr lang="en-GB" sz="20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0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Advanced Data Analysis (ADA) Unit</a:t>
            </a:r>
          </a:p>
          <a:p>
            <a:pPr algn="ctr"/>
            <a:endParaRPr lang="en-GB" sz="24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en-GB" sz="600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000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12</a:t>
            </a:r>
            <a:r>
              <a:rPr lang="en-GB" sz="2000" baseline="30000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</a:t>
            </a:r>
            <a:r>
              <a:rPr lang="en-GB" sz="2000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January 2026</a:t>
            </a:r>
            <a:endParaRPr lang="en-GB" sz="4800" i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A4C54A-D5AD-C1A7-3E0B-3020D2BA8443}"/>
              </a:ext>
            </a:extLst>
          </p:cNvPr>
          <p:cNvSpPr/>
          <p:nvPr/>
        </p:nvSpPr>
        <p:spPr>
          <a:xfrm>
            <a:off x="0" y="-5529"/>
            <a:ext cx="12192000" cy="74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6B10809-75AF-4341-FB07-B67F929CFD3C}"/>
              </a:ext>
            </a:extLst>
          </p:cNvPr>
          <p:cNvGrpSpPr/>
          <p:nvPr/>
        </p:nvGrpSpPr>
        <p:grpSpPr>
          <a:xfrm>
            <a:off x="830300" y="-73330"/>
            <a:ext cx="10531400" cy="979006"/>
            <a:chOff x="1023683" y="-73330"/>
            <a:chExt cx="10531400" cy="979006"/>
          </a:xfrm>
        </p:grpSpPr>
        <p:pic>
          <p:nvPicPr>
            <p:cNvPr id="21" name="Picture 2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0B6806F2-7679-C6D6-E182-6B9B3E82B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62" t="25434" r="7949" b="23574"/>
            <a:stretch>
              <a:fillRect/>
            </a:stretch>
          </p:blipFill>
          <p:spPr>
            <a:xfrm>
              <a:off x="1023683" y="-16681"/>
              <a:ext cx="3140353" cy="756545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31" name="Picture 30" descr="A black background with grey text&#10;&#10;AI-generated content may be incorrect.">
              <a:extLst>
                <a:ext uri="{FF2B5EF4-FFF2-40B4-BE49-F238E27FC236}">
                  <a16:creationId xmlns:a16="http://schemas.microsoft.com/office/drawing/2014/main" id="{B4A03415-F978-A5B4-6E00-F303C0D7A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8286" y="-73330"/>
              <a:ext cx="3386797" cy="9790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4898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36335-086F-C99F-3B9C-AD3F71C85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3A9A5E-A248-CBD4-CA6A-D18D2EBE0F48}"/>
              </a:ext>
            </a:extLst>
          </p:cNvPr>
          <p:cNvSpPr txBox="1"/>
          <p:nvPr/>
        </p:nvSpPr>
        <p:spPr>
          <a:xfrm>
            <a:off x="318096" y="0"/>
            <a:ext cx="11555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 Outline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E997FF-C617-538A-17BD-CF3DD8E51005}"/>
              </a:ext>
            </a:extLst>
          </p:cNvPr>
          <p:cNvSpPr txBox="1"/>
          <p:nvPr/>
        </p:nvSpPr>
        <p:spPr>
          <a:xfrm>
            <a:off x="222111" y="800107"/>
            <a:ext cx="11747779" cy="4341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Day 1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noProof="0" dirty="0">
                <a:latin typeface="Cambria" panose="02040503050406030204" pitchFamily="18" charset="0"/>
                <a:ea typeface="Cambria" panose="02040503050406030204" pitchFamily="18" charset="0"/>
              </a:rPr>
              <a:t>R Basics – Operations, Packages &amp; Classes 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Loops &amp; Conditions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Data Manipulation &amp; Plotting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noProof="0" dirty="0">
                <a:latin typeface="Cambria" panose="02040503050406030204" pitchFamily="18" charset="0"/>
                <a:ea typeface="Cambria" panose="02040503050406030204" pitchFamily="18" charset="0"/>
              </a:rPr>
              <a:t>Functions in R – From use to development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Day 2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Best Practices (Documentation, Reproducibility, …)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AI &amp; Coding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 err="1">
                <a:latin typeface="Corbel" panose="020B0503020204020204" pitchFamily="34" charset="0"/>
                <a:ea typeface="Cambria" panose="02040503050406030204" pitchFamily="18" charset="0"/>
              </a:rPr>
              <a:t>tidyverse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Universe</a:t>
            </a:r>
            <a:endParaRPr lang="en-GB" sz="2000" b="1" i="1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8" descr="A white circle with black background&#10;&#10;Description automatically generated">
            <a:extLst>
              <a:ext uri="{FF2B5EF4-FFF2-40B4-BE49-F238E27FC236}">
                <a16:creationId xmlns:a16="http://schemas.microsoft.com/office/drawing/2014/main" id="{57B46970-2DB5-547F-2901-318907E69E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605" r="16255" b="22685"/>
          <a:stretch>
            <a:fillRect/>
          </a:stretch>
        </p:blipFill>
        <p:spPr>
          <a:xfrm>
            <a:off x="-269926" y="6222582"/>
            <a:ext cx="939853" cy="62821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57E2E5-18FD-482C-068A-EB214D2A9A27}"/>
              </a:ext>
            </a:extLst>
          </p:cNvPr>
          <p:cNvCxnSpPr>
            <a:cxnSpLocks/>
          </p:cNvCxnSpPr>
          <p:nvPr/>
        </p:nvCxnSpPr>
        <p:spPr>
          <a:xfrm flipV="1">
            <a:off x="669927" y="6523348"/>
            <a:ext cx="10580947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B1222557-2583-F6F7-2E26-A44B60DC23E6}"/>
              </a:ext>
            </a:extLst>
          </p:cNvPr>
          <p:cNvSpPr txBox="1">
            <a:spLocks/>
          </p:cNvSpPr>
          <p:nvPr/>
        </p:nvSpPr>
        <p:spPr>
          <a:xfrm>
            <a:off x="8804750" y="6337394"/>
            <a:ext cx="2825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B21BD1-F593-4F4E-86E9-52991719DFB8}" type="slidenum">
              <a:rPr lang="en-GB" sz="1400" noProof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2</a:t>
            </a:fld>
            <a:endParaRPr lang="en-GB" sz="1400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421F8-E024-ABD8-68AE-350EB46E1191}"/>
              </a:ext>
            </a:extLst>
          </p:cNvPr>
          <p:cNvSpPr txBox="1"/>
          <p:nvPr/>
        </p:nvSpPr>
        <p:spPr>
          <a:xfrm>
            <a:off x="3870960" y="6451133"/>
            <a:ext cx="4450080" cy="335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5500">
              <a:lnSpc>
                <a:spcPct val="150000"/>
              </a:lnSpc>
              <a:tabLst>
                <a:tab pos="3768725" algn="l"/>
                <a:tab pos="4572000" algn="l"/>
              </a:tabLst>
            </a:pPr>
            <a:r>
              <a:rPr lang="en-GB" sz="1200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André Barros | Advanced Data Analysis | 12th January 2026</a:t>
            </a:r>
            <a:endParaRPr lang="en-GB" sz="1200" i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B01729-A51D-F0DD-71DA-5043116FAD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765" t="18648" r="25605" b="15789"/>
          <a:stretch>
            <a:fillRect/>
          </a:stretch>
        </p:blipFill>
        <p:spPr>
          <a:xfrm>
            <a:off x="11581065" y="6281675"/>
            <a:ext cx="425229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483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472C-D8A1-A6EA-EE4E-A3171A061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2406327-C970-4EB2-C748-24F489F895DA}"/>
              </a:ext>
            </a:extLst>
          </p:cNvPr>
          <p:cNvSpPr txBox="1"/>
          <p:nvPr/>
        </p:nvSpPr>
        <p:spPr>
          <a:xfrm>
            <a:off x="318096" y="0"/>
            <a:ext cx="11555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Programming &amp; Research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203C05-17B2-8B99-24E7-19AEC44AC043}"/>
              </a:ext>
            </a:extLst>
          </p:cNvPr>
          <p:cNvSpPr txBox="1"/>
          <p:nvPr/>
        </p:nvSpPr>
        <p:spPr>
          <a:xfrm>
            <a:off x="222111" y="800107"/>
            <a:ext cx="11747779" cy="390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Transparency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Reproducibility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Up-to-date methodology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Big Data Era</a:t>
            </a:r>
          </a:p>
        </p:txBody>
      </p:sp>
      <p:pic>
        <p:nvPicPr>
          <p:cNvPr id="9" name="Picture 8" descr="A white circle with black background&#10;&#10;Description automatically generated">
            <a:extLst>
              <a:ext uri="{FF2B5EF4-FFF2-40B4-BE49-F238E27FC236}">
                <a16:creationId xmlns:a16="http://schemas.microsoft.com/office/drawing/2014/main" id="{9B91BE6F-BFA1-BD7C-0115-697A050E61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605" r="16255" b="22685"/>
          <a:stretch>
            <a:fillRect/>
          </a:stretch>
        </p:blipFill>
        <p:spPr>
          <a:xfrm>
            <a:off x="-269926" y="6222582"/>
            <a:ext cx="939853" cy="62821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EC2B33-CA86-D720-AD19-79A60E29CDC5}"/>
              </a:ext>
            </a:extLst>
          </p:cNvPr>
          <p:cNvCxnSpPr>
            <a:cxnSpLocks/>
          </p:cNvCxnSpPr>
          <p:nvPr/>
        </p:nvCxnSpPr>
        <p:spPr>
          <a:xfrm flipV="1">
            <a:off x="669927" y="6523348"/>
            <a:ext cx="10580947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5A13B34-901B-987D-630F-19285AD2C7BA}"/>
              </a:ext>
            </a:extLst>
          </p:cNvPr>
          <p:cNvSpPr txBox="1">
            <a:spLocks/>
          </p:cNvSpPr>
          <p:nvPr/>
        </p:nvSpPr>
        <p:spPr>
          <a:xfrm>
            <a:off x="8804750" y="6337394"/>
            <a:ext cx="2825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B21BD1-F593-4F4E-86E9-52991719DFB8}" type="slidenum">
              <a:rPr lang="en-GB" sz="1400" noProof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3</a:t>
            </a:fld>
            <a:endParaRPr lang="en-GB" sz="1400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2A0864-581F-15E8-261E-11B555CB9F9F}"/>
              </a:ext>
            </a:extLst>
          </p:cNvPr>
          <p:cNvSpPr txBox="1"/>
          <p:nvPr/>
        </p:nvSpPr>
        <p:spPr>
          <a:xfrm>
            <a:off x="3870960" y="6451133"/>
            <a:ext cx="4450080" cy="335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5500">
              <a:lnSpc>
                <a:spcPct val="150000"/>
              </a:lnSpc>
              <a:tabLst>
                <a:tab pos="3768725" algn="l"/>
                <a:tab pos="4572000" algn="l"/>
              </a:tabLst>
            </a:pPr>
            <a:r>
              <a:rPr lang="en-GB" sz="1200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André Barros | Advanced Data Analysis | 12th January 2026</a:t>
            </a:r>
            <a:endParaRPr lang="en-GB" sz="1200" i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BD80C4-1CC7-1228-39C9-9C258F7245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765" t="18648" r="25605" b="15789"/>
          <a:stretch>
            <a:fillRect/>
          </a:stretch>
        </p:blipFill>
        <p:spPr>
          <a:xfrm>
            <a:off x="11581065" y="6281675"/>
            <a:ext cx="425229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87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B4B7E-6109-A83D-ACD2-13111AB50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B0B4D0-6893-787F-FD7F-D22BED245D59}"/>
              </a:ext>
            </a:extLst>
          </p:cNvPr>
          <p:cNvSpPr txBox="1"/>
          <p:nvPr/>
        </p:nvSpPr>
        <p:spPr>
          <a:xfrm>
            <a:off x="318096" y="0"/>
            <a:ext cx="11555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Programming &amp; Researcher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2EBF15-9CE1-3729-7C6C-029CF385BAE0}"/>
              </a:ext>
            </a:extLst>
          </p:cNvPr>
          <p:cNvSpPr txBox="1"/>
          <p:nvPr/>
        </p:nvSpPr>
        <p:spPr>
          <a:xfrm>
            <a:off x="222111" y="800107"/>
            <a:ext cx="11747779" cy="371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Documentation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noProof="0" dirty="0">
                <a:latin typeface="Cambria" panose="02040503050406030204" pitchFamily="18" charset="0"/>
                <a:ea typeface="Cambria" panose="02040503050406030204" pitchFamily="18" charset="0"/>
              </a:rPr>
              <a:t>Citations!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Job market!</a:t>
            </a:r>
            <a:endParaRPr lang="en-GB" sz="20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Capability &amp; Flexibility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Understanding Data Analysis</a:t>
            </a:r>
          </a:p>
        </p:txBody>
      </p:sp>
      <p:pic>
        <p:nvPicPr>
          <p:cNvPr id="9" name="Picture 8" descr="A white circle with black background&#10;&#10;Description automatically generated">
            <a:extLst>
              <a:ext uri="{FF2B5EF4-FFF2-40B4-BE49-F238E27FC236}">
                <a16:creationId xmlns:a16="http://schemas.microsoft.com/office/drawing/2014/main" id="{1CB066F2-E53D-D6D9-E503-F433D84C01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605" r="16255" b="22685"/>
          <a:stretch>
            <a:fillRect/>
          </a:stretch>
        </p:blipFill>
        <p:spPr>
          <a:xfrm>
            <a:off x="-269926" y="6222582"/>
            <a:ext cx="939853" cy="62821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42E7BE-EF92-5A56-3353-5783D1F2D086}"/>
              </a:ext>
            </a:extLst>
          </p:cNvPr>
          <p:cNvCxnSpPr>
            <a:cxnSpLocks/>
          </p:cNvCxnSpPr>
          <p:nvPr/>
        </p:nvCxnSpPr>
        <p:spPr>
          <a:xfrm flipV="1">
            <a:off x="669927" y="6523348"/>
            <a:ext cx="10580947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54320184-F990-25FB-2D41-BED04B0F4FBD}"/>
              </a:ext>
            </a:extLst>
          </p:cNvPr>
          <p:cNvSpPr txBox="1">
            <a:spLocks/>
          </p:cNvSpPr>
          <p:nvPr/>
        </p:nvSpPr>
        <p:spPr>
          <a:xfrm>
            <a:off x="8804750" y="6337394"/>
            <a:ext cx="2825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B21BD1-F593-4F4E-86E9-52991719DFB8}" type="slidenum">
              <a:rPr lang="en-GB" sz="1400" noProof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4</a:t>
            </a:fld>
            <a:endParaRPr lang="en-GB" sz="1400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2C93FD-BAFD-8FA7-092A-A1384C754970}"/>
              </a:ext>
            </a:extLst>
          </p:cNvPr>
          <p:cNvSpPr txBox="1"/>
          <p:nvPr/>
        </p:nvSpPr>
        <p:spPr>
          <a:xfrm>
            <a:off x="3870960" y="6451133"/>
            <a:ext cx="4450080" cy="335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5500">
              <a:lnSpc>
                <a:spcPct val="150000"/>
              </a:lnSpc>
              <a:tabLst>
                <a:tab pos="3768725" algn="l"/>
                <a:tab pos="4572000" algn="l"/>
              </a:tabLst>
            </a:pPr>
            <a:r>
              <a:rPr lang="en-GB" sz="1200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André Barros | Advanced Data Analysis | 12th January 2026</a:t>
            </a:r>
            <a:endParaRPr lang="en-GB" sz="1200" i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F79C99-3325-E4BD-56AD-0E82F51571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765" t="18648" r="25605" b="15789"/>
          <a:stretch>
            <a:fillRect/>
          </a:stretch>
        </p:blipFill>
        <p:spPr>
          <a:xfrm>
            <a:off x="11581065" y="6281675"/>
            <a:ext cx="425229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90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03D2A-E05D-784C-AB79-877EE1C75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7481CE0-F07B-F803-7223-D798EA199F0B}"/>
              </a:ext>
            </a:extLst>
          </p:cNvPr>
          <p:cNvSpPr txBox="1"/>
          <p:nvPr/>
        </p:nvSpPr>
        <p:spPr>
          <a:xfrm>
            <a:off x="318096" y="0"/>
            <a:ext cx="11555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 Material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AC6DE2-2E99-4842-94A4-942D9ADDA612}"/>
              </a:ext>
            </a:extLst>
          </p:cNvPr>
          <p:cNvSpPr txBox="1"/>
          <p:nvPr/>
        </p:nvSpPr>
        <p:spPr>
          <a:xfrm>
            <a:off x="222111" y="800107"/>
            <a:ext cx="11747779" cy="113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https://github.com/andrebolerbarros/Intro_R</a:t>
            </a:r>
            <a:endParaRPr lang="en-GB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8" descr="A white circle with black background&#10;&#10;Description automatically generated">
            <a:extLst>
              <a:ext uri="{FF2B5EF4-FFF2-40B4-BE49-F238E27FC236}">
                <a16:creationId xmlns:a16="http://schemas.microsoft.com/office/drawing/2014/main" id="{54D672F2-7EB4-9D78-3451-D57F25CBA1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605" r="16255" b="22685"/>
          <a:stretch>
            <a:fillRect/>
          </a:stretch>
        </p:blipFill>
        <p:spPr>
          <a:xfrm>
            <a:off x="-269926" y="6222582"/>
            <a:ext cx="939853" cy="62821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97771C-30AF-60EA-4E3A-110E1C668F48}"/>
              </a:ext>
            </a:extLst>
          </p:cNvPr>
          <p:cNvCxnSpPr>
            <a:cxnSpLocks/>
          </p:cNvCxnSpPr>
          <p:nvPr/>
        </p:nvCxnSpPr>
        <p:spPr>
          <a:xfrm flipV="1">
            <a:off x="669927" y="6523348"/>
            <a:ext cx="10580947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8F4B6486-8CD6-6307-4718-2E4143CAFD9E}"/>
              </a:ext>
            </a:extLst>
          </p:cNvPr>
          <p:cNvSpPr txBox="1">
            <a:spLocks/>
          </p:cNvSpPr>
          <p:nvPr/>
        </p:nvSpPr>
        <p:spPr>
          <a:xfrm>
            <a:off x="8804750" y="6337394"/>
            <a:ext cx="2825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B21BD1-F593-4F4E-86E9-52991719DFB8}" type="slidenum">
              <a:rPr lang="en-GB" sz="1400" noProof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5</a:t>
            </a:fld>
            <a:endParaRPr lang="en-GB" sz="1400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25D47-9D58-C4B3-59C7-F19FED070FA9}"/>
              </a:ext>
            </a:extLst>
          </p:cNvPr>
          <p:cNvSpPr txBox="1"/>
          <p:nvPr/>
        </p:nvSpPr>
        <p:spPr>
          <a:xfrm>
            <a:off x="3870960" y="6451133"/>
            <a:ext cx="4450080" cy="335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5500">
              <a:lnSpc>
                <a:spcPct val="150000"/>
              </a:lnSpc>
              <a:tabLst>
                <a:tab pos="3768725" algn="l"/>
                <a:tab pos="4572000" algn="l"/>
              </a:tabLst>
            </a:pPr>
            <a:r>
              <a:rPr lang="en-GB" sz="1200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André Barros | Advanced Data Analysis | 12th January 2026</a:t>
            </a:r>
            <a:endParaRPr lang="en-GB" sz="1200" i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46FD8E-229E-BC7A-2F84-ED7B8997D3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765" t="18648" r="25605" b="15789"/>
          <a:stretch>
            <a:fillRect/>
          </a:stretch>
        </p:blipFill>
        <p:spPr>
          <a:xfrm>
            <a:off x="11581065" y="6281675"/>
            <a:ext cx="425229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22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146</Words>
  <Application>Microsoft Office PowerPoint</Application>
  <PresentationFormat>Widescreen</PresentationFormat>
  <Paragraphs>49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Cambria</vt:lpstr>
      <vt:lpstr>Corbel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 Boler Cláudio da Silva Barros</dc:creator>
  <cp:lastModifiedBy>André Boler Cláudio da Silva Barros</cp:lastModifiedBy>
  <cp:revision>3</cp:revision>
  <dcterms:created xsi:type="dcterms:W3CDTF">2025-11-17T11:13:42Z</dcterms:created>
  <dcterms:modified xsi:type="dcterms:W3CDTF">2026-01-12T09:34:37Z</dcterms:modified>
</cp:coreProperties>
</file>